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ags/tag5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tags/tag6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  <p:sldMasterId id="2147483670" r:id="rId5"/>
    <p:sldMasterId id="2147483687" r:id="rId6"/>
    <p:sldMasterId id="2147483700" r:id="rId7"/>
  </p:sldMasterIdLst>
  <p:notesMasterIdLst>
    <p:notesMasterId r:id="rId28"/>
  </p:notesMasterIdLst>
  <p:handoutMasterIdLst>
    <p:handoutMasterId r:id="rId29"/>
  </p:handoutMasterIdLst>
  <p:sldIdLst>
    <p:sldId id="405" r:id="rId8"/>
    <p:sldId id="404" r:id="rId9"/>
    <p:sldId id="406" r:id="rId10"/>
    <p:sldId id="407" r:id="rId11"/>
    <p:sldId id="270" r:id="rId12"/>
    <p:sldId id="403" r:id="rId13"/>
    <p:sldId id="393" r:id="rId14"/>
    <p:sldId id="377" r:id="rId15"/>
    <p:sldId id="399" r:id="rId16"/>
    <p:sldId id="398" r:id="rId17"/>
    <p:sldId id="397" r:id="rId18"/>
    <p:sldId id="400" r:id="rId19"/>
    <p:sldId id="401" r:id="rId20"/>
    <p:sldId id="402" r:id="rId21"/>
    <p:sldId id="376" r:id="rId22"/>
    <p:sldId id="391" r:id="rId23"/>
    <p:sldId id="352" r:id="rId24"/>
    <p:sldId id="408" r:id="rId25"/>
    <p:sldId id="409" r:id="rId26"/>
    <p:sldId id="410" r:id="rId27"/>
  </p:sldIdLst>
  <p:sldSz cx="9144000" cy="5143500" type="screen16x9"/>
  <p:notesSz cx="6858000" cy="9144000"/>
  <p:custDataLst>
    <p:tags r:id="rId3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4A89"/>
    <a:srgbClr val="140F50"/>
    <a:srgbClr val="1448FF"/>
    <a:srgbClr val="345263"/>
    <a:srgbClr val="EFF0F0"/>
    <a:srgbClr val="E0CC94"/>
    <a:srgbClr val="70B6AD"/>
    <a:srgbClr val="28404F"/>
    <a:srgbClr val="4F81B5"/>
    <a:srgbClr val="718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26"/>
    <p:restoredTop sz="91438"/>
  </p:normalViewPr>
  <p:slideViewPr>
    <p:cSldViewPr snapToGrid="0">
      <p:cViewPr varScale="1">
        <p:scale>
          <a:sx n="154" d="100"/>
          <a:sy n="154" d="100"/>
        </p:scale>
        <p:origin x="2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tags" Target="tags/tag1.xml"/><Relationship Id="rId8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E500EC-D467-8041-AB42-1A42964A4845}" type="doc">
      <dgm:prSet loTypeId="urn:microsoft.com/office/officeart/2005/8/layout/targe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57CBEB4-FC93-3342-A724-9E9C3854A594}">
      <dgm:prSet phldrT="[Text]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GB" dirty="0"/>
        </a:p>
      </dgm:t>
    </dgm:pt>
    <dgm:pt modelId="{239029EA-DB05-5747-BAC0-9FD1DF8A4D0E}" type="parTrans" cxnId="{0AA49189-9192-FF44-BCE9-E2EF6C959DB3}">
      <dgm:prSet/>
      <dgm:spPr/>
      <dgm:t>
        <a:bodyPr/>
        <a:lstStyle/>
        <a:p>
          <a:endParaRPr lang="en-GB"/>
        </a:p>
      </dgm:t>
    </dgm:pt>
    <dgm:pt modelId="{AAB61CA1-5C97-F942-971C-AC64215415AC}" type="sibTrans" cxnId="{0AA49189-9192-FF44-BCE9-E2EF6C959DB3}">
      <dgm:prSet/>
      <dgm:spPr/>
      <dgm:t>
        <a:bodyPr/>
        <a:lstStyle/>
        <a:p>
          <a:endParaRPr lang="en-GB"/>
        </a:p>
      </dgm:t>
    </dgm:pt>
    <dgm:pt modelId="{ED4BFFDF-80FC-4A40-9240-ED66DF806A29}" type="pres">
      <dgm:prSet presAssocID="{E8E500EC-D467-8041-AB42-1A42964A4845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67ECF19A-0294-F54F-AB05-FD2C048D1E04}" type="pres">
      <dgm:prSet presAssocID="{E8E500EC-D467-8041-AB42-1A42964A4845}" presName="outerBox" presStyleCnt="0"/>
      <dgm:spPr/>
    </dgm:pt>
    <dgm:pt modelId="{157523F1-4047-9C46-A474-C4E670C28905}" type="pres">
      <dgm:prSet presAssocID="{E8E500EC-D467-8041-AB42-1A42964A4845}" presName="outerBoxParent" presStyleLbl="node1" presStyleIdx="0" presStyleCnt="1" custLinFactNeighborX="-260" custLinFactNeighborY="5157"/>
      <dgm:spPr/>
    </dgm:pt>
    <dgm:pt modelId="{E46E925F-E28E-7743-8277-6355CA04110F}" type="pres">
      <dgm:prSet presAssocID="{E8E500EC-D467-8041-AB42-1A42964A4845}" presName="outerBoxChildren" presStyleCnt="0"/>
      <dgm:spPr/>
    </dgm:pt>
  </dgm:ptLst>
  <dgm:cxnLst>
    <dgm:cxn modelId="{0AA49189-9192-FF44-BCE9-E2EF6C959DB3}" srcId="{E8E500EC-D467-8041-AB42-1A42964A4845}" destId="{F57CBEB4-FC93-3342-A724-9E9C3854A594}" srcOrd="0" destOrd="0" parTransId="{239029EA-DB05-5747-BAC0-9FD1DF8A4D0E}" sibTransId="{AAB61CA1-5C97-F942-971C-AC64215415AC}"/>
    <dgm:cxn modelId="{A84BFFB4-8010-2D4D-975E-35F0BC8D2C2D}" type="presOf" srcId="{E8E500EC-D467-8041-AB42-1A42964A4845}" destId="{ED4BFFDF-80FC-4A40-9240-ED66DF806A29}" srcOrd="0" destOrd="0" presId="urn:microsoft.com/office/officeart/2005/8/layout/target2"/>
    <dgm:cxn modelId="{4369FCB6-C1A5-C642-81CE-BACF82815159}" type="presOf" srcId="{F57CBEB4-FC93-3342-A724-9E9C3854A594}" destId="{157523F1-4047-9C46-A474-C4E670C28905}" srcOrd="0" destOrd="0" presId="urn:microsoft.com/office/officeart/2005/8/layout/target2"/>
    <dgm:cxn modelId="{C4008A37-FB18-A044-A112-6849CB47E268}" type="presParOf" srcId="{ED4BFFDF-80FC-4A40-9240-ED66DF806A29}" destId="{67ECF19A-0294-F54F-AB05-FD2C048D1E04}" srcOrd="0" destOrd="0" presId="urn:microsoft.com/office/officeart/2005/8/layout/target2"/>
    <dgm:cxn modelId="{D1C97CAF-0C48-1A49-81DA-8AD5B2B16D32}" type="presParOf" srcId="{67ECF19A-0294-F54F-AB05-FD2C048D1E04}" destId="{157523F1-4047-9C46-A474-C4E670C28905}" srcOrd="0" destOrd="0" presId="urn:microsoft.com/office/officeart/2005/8/layout/target2"/>
    <dgm:cxn modelId="{874F80BB-24A9-BC47-B5BF-2CA722C88CE7}" type="presParOf" srcId="{67ECF19A-0294-F54F-AB05-FD2C048D1E04}" destId="{E46E925F-E28E-7743-8277-6355CA04110F}" srcOrd="1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49F2F7-50F0-9F42-88B8-41A92D9A380E}" type="doc">
      <dgm:prSet loTypeId="urn:microsoft.com/office/officeart/2024/layout/BulletTimeline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3D44200-E84C-F040-A6E1-F544092E16C1}">
      <dgm:prSet phldrT="Add an event"/>
      <dgm:spPr/>
      <dgm:t>
        <a:bodyPr/>
        <a:lstStyle/>
        <a:p>
          <a:pPr>
            <a:defRPr b="1"/>
          </a:pPr>
          <a:r>
            <a:rPr lang="en-GB" dirty="0"/>
            <a:t>Person on Person</a:t>
          </a:r>
        </a:p>
      </dgm:t>
    </dgm:pt>
    <dgm:pt modelId="{B9B96586-77AD-3247-AC28-9761D62371BF}" type="parTrans" cxnId="{82A117DA-259F-E44C-ADF6-C9FA886A5C0F}">
      <dgm:prSet/>
      <dgm:spPr/>
      <dgm:t>
        <a:bodyPr/>
        <a:lstStyle/>
        <a:p>
          <a:endParaRPr lang="en-GB"/>
        </a:p>
      </dgm:t>
    </dgm:pt>
    <dgm:pt modelId="{F3F049D2-6480-A043-9856-1ECFCED75CAF}" type="sibTrans" cxnId="{82A117DA-259F-E44C-ADF6-C9FA886A5C0F}">
      <dgm:prSet/>
      <dgm:spPr/>
      <dgm:t>
        <a:bodyPr/>
        <a:lstStyle/>
        <a:p>
          <a:endParaRPr lang="en-GB"/>
        </a:p>
      </dgm:t>
    </dgm:pt>
    <dgm:pt modelId="{6FC1672F-CED6-954E-8B17-CAD62C7E5C17}">
      <dgm:prSet phldrT="Add an event"/>
      <dgm:spPr/>
      <dgm:t>
        <a:bodyPr/>
        <a:lstStyle/>
        <a:p>
          <a:pPr>
            <a:defRPr b="1"/>
          </a:pPr>
          <a:r>
            <a:rPr lang="en-GB" dirty="0"/>
            <a:t>Hybrid Wars</a:t>
          </a:r>
        </a:p>
      </dgm:t>
    </dgm:pt>
    <dgm:pt modelId="{CA54DB32-CB05-534D-8DC8-7B82B67A5545}" type="parTrans" cxnId="{FF799AA8-FF24-2C42-A4E7-F7EBC5CF52B0}">
      <dgm:prSet/>
      <dgm:spPr/>
      <dgm:t>
        <a:bodyPr/>
        <a:lstStyle/>
        <a:p>
          <a:endParaRPr lang="en-GB"/>
        </a:p>
      </dgm:t>
    </dgm:pt>
    <dgm:pt modelId="{6B8C16C6-70C3-A449-A558-1A94463F253A}" type="sibTrans" cxnId="{FF799AA8-FF24-2C42-A4E7-F7EBC5CF52B0}">
      <dgm:prSet/>
      <dgm:spPr/>
      <dgm:t>
        <a:bodyPr/>
        <a:lstStyle/>
        <a:p>
          <a:endParaRPr lang="en-GB"/>
        </a:p>
      </dgm:t>
    </dgm:pt>
    <dgm:pt modelId="{D9544A5F-1DDF-2B43-AAF9-5E7254CD4052}">
      <dgm:prSet phldrT="Add an event"/>
      <dgm:spPr/>
      <dgm:t>
        <a:bodyPr/>
        <a:lstStyle/>
        <a:p>
          <a:pPr>
            <a:defRPr b="1"/>
          </a:pPr>
          <a:r>
            <a:rPr lang="en-GB" dirty="0"/>
            <a:t>Algorithmic</a:t>
          </a:r>
        </a:p>
      </dgm:t>
    </dgm:pt>
    <dgm:pt modelId="{064A4B54-000D-4D4B-987B-5FB89A6DD8CC}" type="parTrans" cxnId="{34368ED3-528B-BD40-818F-E97497D0954E}">
      <dgm:prSet/>
      <dgm:spPr/>
      <dgm:t>
        <a:bodyPr/>
        <a:lstStyle/>
        <a:p>
          <a:endParaRPr lang="en-GB"/>
        </a:p>
      </dgm:t>
    </dgm:pt>
    <dgm:pt modelId="{4442CA2F-A13A-2E46-B9B7-60387715A971}" type="sibTrans" cxnId="{34368ED3-528B-BD40-818F-E97497D0954E}">
      <dgm:prSet/>
      <dgm:spPr/>
      <dgm:t>
        <a:bodyPr/>
        <a:lstStyle/>
        <a:p>
          <a:endParaRPr lang="en-GB"/>
        </a:p>
      </dgm:t>
    </dgm:pt>
    <dgm:pt modelId="{E31BE785-1353-CA4E-A798-CD525A58AC37}" type="pres">
      <dgm:prSet presAssocID="{2F49F2F7-50F0-9F42-88B8-41A92D9A380E}" presName="root" presStyleCnt="0">
        <dgm:presLayoutVars>
          <dgm:dir/>
          <dgm:animLvl val="lvl"/>
        </dgm:presLayoutVars>
      </dgm:prSet>
      <dgm:spPr/>
    </dgm:pt>
    <dgm:pt modelId="{2CC9CC83-BCCF-F943-B2A9-E5988E441E98}" type="pres">
      <dgm:prSet presAssocID="{2F49F2F7-50F0-9F42-88B8-41A92D9A380E}" presName="divider" presStyleCnt="0"/>
      <dgm:spPr/>
    </dgm:pt>
    <dgm:pt modelId="{73F17F2F-250F-8749-863B-7857DF7C42CE}" type="pres">
      <dgm:prSet presAssocID="{2F49F2F7-50F0-9F42-88B8-41A92D9A380E}" presName="rectBar" presStyleLbl="dkBgShp" presStyleIdx="0" presStyleCnt="5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E0A608AC-7C91-9040-A105-6E3D14D8C7E6}" type="pres">
      <dgm:prSet presAssocID="{2F49F2F7-50F0-9F42-88B8-41A92D9A380E}" presName="chevronArrow" presStyleLbl="dkBgShp" presStyleIdx="1" presStyleCnt="5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5128063-7861-7E4F-A76F-4C47C0E6F812}" type="pres">
      <dgm:prSet presAssocID="{2F49F2F7-50F0-9F42-88B8-41A92D9A380E}" presName="nodes" presStyleCnt="0">
        <dgm:presLayoutVars>
          <dgm:chMax/>
          <dgm:chPref/>
          <dgm:animLvl val="lvl"/>
        </dgm:presLayoutVars>
      </dgm:prSet>
      <dgm:spPr/>
    </dgm:pt>
    <dgm:pt modelId="{A3739EF4-7C17-E845-909E-772FFFB9B46D}" type="pres">
      <dgm:prSet presAssocID="{A3D44200-E84C-F040-A6E1-F544092E16C1}" presName="composite" presStyleCnt="0"/>
      <dgm:spPr/>
    </dgm:pt>
    <dgm:pt modelId="{C2BE3647-17EE-C34C-A84D-56C361C0F29C}" type="pres">
      <dgm:prSet presAssocID="{A3D44200-E84C-F040-A6E1-F544092E16C1}" presName="DropPinPlaceHolder" presStyleCnt="0"/>
      <dgm:spPr/>
    </dgm:pt>
    <dgm:pt modelId="{CA84A5FE-6CE4-E743-A21B-40D73918609F}" type="pres">
      <dgm:prSet presAssocID="{A3D44200-E84C-F040-A6E1-F544092E16C1}" presName="DropPin" presStyleLbl="alignNode1" presStyleIdx="0" presStyleCnt="3"/>
      <dgm:spPr/>
    </dgm:pt>
    <dgm:pt modelId="{777D4033-DF3F-2C46-891E-2FA332E181F5}" type="pres">
      <dgm:prSet presAssocID="{A3D44200-E84C-F040-A6E1-F544092E16C1}" presName="Ellipse" presStyleLbl="fgAcc1" presStyleIdx="0" presStyleCnt="3"/>
      <dgm:spPr/>
    </dgm:pt>
    <dgm:pt modelId="{F4516A7E-BF94-1846-925E-0670B0878EAE}" type="pres">
      <dgm:prSet presAssocID="{A3D44200-E84C-F040-A6E1-F544092E16C1}" presName="L2TextContainer" presStyleLbl="revTx" presStyleIdx="0" presStyleCnt="6">
        <dgm:presLayoutVars>
          <dgm:bulletEnabled val="1"/>
        </dgm:presLayoutVars>
      </dgm:prSet>
      <dgm:spPr/>
    </dgm:pt>
    <dgm:pt modelId="{5C6CB275-17D9-FF4E-B66A-6F41E0466A89}" type="pres">
      <dgm:prSet presAssocID="{A3D44200-E84C-F040-A6E1-F544092E16C1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F980966F-CB53-4E4A-8BAD-0280D1D57C07}" type="pres">
      <dgm:prSet presAssocID="{A3D44200-E84C-F040-A6E1-F544092E16C1}" presName="ConnectLine" presStyleLbl="dkBgShp" presStyleIdx="2" presStyleCnt="5"/>
      <dgm:spPr/>
    </dgm:pt>
    <dgm:pt modelId="{42903456-B480-A444-A89C-FC6853D50D1F}" type="pres">
      <dgm:prSet presAssocID="{A3D44200-E84C-F040-A6E1-F544092E16C1}" presName="ConnectorPoint" presStyleCnt="0"/>
      <dgm:spPr/>
    </dgm:pt>
    <dgm:pt modelId="{CBDA9AE2-7E04-7346-8767-3504FABE6F24}" type="pres">
      <dgm:prSet presAssocID="{A3D44200-E84C-F040-A6E1-F544092E16C1}" presName="Bullet" presStyleLbl="lnNode1" presStyleIdx="0" presStyleCnt="3"/>
      <dgm:spPr/>
    </dgm:pt>
    <dgm:pt modelId="{86201136-8E7D-0A4F-B7DE-0F9E600A314F}" type="pres">
      <dgm:prSet presAssocID="{A3D44200-E84C-F040-A6E1-F544092E16C1}" presName="EmptyPlaceHolder" presStyleCnt="0"/>
      <dgm:spPr/>
    </dgm:pt>
    <dgm:pt modelId="{B2323537-0C50-7342-8262-B5BBAFD9C156}" type="pres">
      <dgm:prSet presAssocID="{F3F049D2-6480-A043-9856-1ECFCED75CAF}" presName="spaceBetweenRectangles" presStyleCnt="0"/>
      <dgm:spPr/>
    </dgm:pt>
    <dgm:pt modelId="{9FE549BF-8A50-E948-8214-0B23EEE102CE}" type="pres">
      <dgm:prSet presAssocID="{6FC1672F-CED6-954E-8B17-CAD62C7E5C17}" presName="composite" presStyleCnt="0"/>
      <dgm:spPr/>
    </dgm:pt>
    <dgm:pt modelId="{19394E5B-68DF-6741-AA34-7D4D4B667AC6}" type="pres">
      <dgm:prSet presAssocID="{6FC1672F-CED6-954E-8B17-CAD62C7E5C17}" presName="DropPinPlaceHolder" presStyleCnt="0"/>
      <dgm:spPr/>
    </dgm:pt>
    <dgm:pt modelId="{F17F6F03-FF88-9E4F-93F3-E134A9655FC0}" type="pres">
      <dgm:prSet presAssocID="{6FC1672F-CED6-954E-8B17-CAD62C7E5C17}" presName="DropPin" presStyleLbl="alignNode1" presStyleIdx="1" presStyleCnt="3"/>
      <dgm:spPr/>
    </dgm:pt>
    <dgm:pt modelId="{D6469B41-5155-F743-AF78-A83B1EDA607E}" type="pres">
      <dgm:prSet presAssocID="{6FC1672F-CED6-954E-8B17-CAD62C7E5C17}" presName="Ellipse" presStyleLbl="fgAcc1" presStyleIdx="1" presStyleCnt="3"/>
      <dgm:spPr/>
    </dgm:pt>
    <dgm:pt modelId="{3B62B1F9-8FCE-624A-B8FA-BC6C83A5D553}" type="pres">
      <dgm:prSet presAssocID="{6FC1672F-CED6-954E-8B17-CAD62C7E5C17}" presName="L2TextContainer" presStyleLbl="revTx" presStyleIdx="2" presStyleCnt="6">
        <dgm:presLayoutVars>
          <dgm:bulletEnabled val="1"/>
        </dgm:presLayoutVars>
      </dgm:prSet>
      <dgm:spPr/>
    </dgm:pt>
    <dgm:pt modelId="{277CCCBE-8206-5C4D-8F85-949366A038B6}" type="pres">
      <dgm:prSet presAssocID="{6FC1672F-CED6-954E-8B17-CAD62C7E5C17}" presName="L1TextContainer" presStyleLbl="revTx" presStyleIdx="3" presStyleCnt="6" custLinFactNeighborX="-8320" custLinFactNeighborY="-33417">
        <dgm:presLayoutVars>
          <dgm:chMax val="1"/>
          <dgm:chPref val="1"/>
          <dgm:bulletEnabled val="1"/>
        </dgm:presLayoutVars>
      </dgm:prSet>
      <dgm:spPr/>
    </dgm:pt>
    <dgm:pt modelId="{110FF3CF-A21F-954F-88E1-7064BF9C2DB9}" type="pres">
      <dgm:prSet presAssocID="{6FC1672F-CED6-954E-8B17-CAD62C7E5C17}" presName="ConnectLine" presStyleLbl="dkBgShp" presStyleIdx="3" presStyleCnt="5"/>
      <dgm:spPr/>
    </dgm:pt>
    <dgm:pt modelId="{53A58268-1F5C-D84F-B83B-A5FAF514A934}" type="pres">
      <dgm:prSet presAssocID="{6FC1672F-CED6-954E-8B17-CAD62C7E5C17}" presName="ConnectorPoint" presStyleCnt="0"/>
      <dgm:spPr/>
    </dgm:pt>
    <dgm:pt modelId="{657A7DF8-9ED2-3A41-8803-8C1BB2FECD21}" type="pres">
      <dgm:prSet presAssocID="{6FC1672F-CED6-954E-8B17-CAD62C7E5C17}" presName="Bullet" presStyleLbl="lnNode1" presStyleIdx="1" presStyleCnt="3"/>
      <dgm:spPr/>
    </dgm:pt>
    <dgm:pt modelId="{BACBF684-17C6-1346-B4FE-475507EA84A8}" type="pres">
      <dgm:prSet presAssocID="{6FC1672F-CED6-954E-8B17-CAD62C7E5C17}" presName="EmptyPlaceHolder" presStyleCnt="0"/>
      <dgm:spPr/>
    </dgm:pt>
    <dgm:pt modelId="{8861D25F-8F53-DA44-A179-FCD640547A44}" type="pres">
      <dgm:prSet presAssocID="{6B8C16C6-70C3-A449-A558-1A94463F253A}" presName="spaceBetweenRectangles" presStyleCnt="0"/>
      <dgm:spPr/>
    </dgm:pt>
    <dgm:pt modelId="{62713179-A445-1A44-99E8-C72C338ECC99}" type="pres">
      <dgm:prSet presAssocID="{D9544A5F-1DDF-2B43-AAF9-5E7254CD4052}" presName="composite" presStyleCnt="0"/>
      <dgm:spPr/>
    </dgm:pt>
    <dgm:pt modelId="{8F445987-4C28-4644-B3B2-7AB372C76AF8}" type="pres">
      <dgm:prSet presAssocID="{D9544A5F-1DDF-2B43-AAF9-5E7254CD4052}" presName="DropPinPlaceHolder" presStyleCnt="0"/>
      <dgm:spPr/>
    </dgm:pt>
    <dgm:pt modelId="{2347B8DC-5064-9E4F-A28A-5C418C34C0D4}" type="pres">
      <dgm:prSet presAssocID="{D9544A5F-1DDF-2B43-AAF9-5E7254CD4052}" presName="DropPin" presStyleLbl="alignNode1" presStyleIdx="2" presStyleCnt="3"/>
      <dgm:spPr/>
    </dgm:pt>
    <dgm:pt modelId="{492A61C9-868A-5840-9DD6-EC5B6684F2D1}" type="pres">
      <dgm:prSet presAssocID="{D9544A5F-1DDF-2B43-AAF9-5E7254CD4052}" presName="Ellipse" presStyleLbl="fgAcc1" presStyleIdx="2" presStyleCnt="3"/>
      <dgm:spPr/>
    </dgm:pt>
    <dgm:pt modelId="{0A55DA75-EBE1-5340-9A76-6555FE6BE862}" type="pres">
      <dgm:prSet presAssocID="{D9544A5F-1DDF-2B43-AAF9-5E7254CD4052}" presName="L2TextContainer" presStyleLbl="revTx" presStyleIdx="4" presStyleCnt="6">
        <dgm:presLayoutVars>
          <dgm:bulletEnabled val="1"/>
        </dgm:presLayoutVars>
      </dgm:prSet>
      <dgm:spPr/>
    </dgm:pt>
    <dgm:pt modelId="{FB309C15-E507-4E4B-9561-7CDAA8F34781}" type="pres">
      <dgm:prSet presAssocID="{D9544A5F-1DDF-2B43-AAF9-5E7254CD4052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5ED3AA66-C956-3D44-827C-77DE8C7D9189}" type="pres">
      <dgm:prSet presAssocID="{D9544A5F-1DDF-2B43-AAF9-5E7254CD4052}" presName="ConnectLine" presStyleLbl="dkBgShp" presStyleIdx="4" presStyleCnt="5"/>
      <dgm:spPr/>
    </dgm:pt>
    <dgm:pt modelId="{B1A82D7E-D6FA-6048-96FC-F4A2EABD7B3B}" type="pres">
      <dgm:prSet presAssocID="{D9544A5F-1DDF-2B43-AAF9-5E7254CD4052}" presName="ConnectorPoint" presStyleCnt="0"/>
      <dgm:spPr/>
    </dgm:pt>
    <dgm:pt modelId="{77276152-8C39-8841-9C5E-33A2CF557AB3}" type="pres">
      <dgm:prSet presAssocID="{D9544A5F-1DDF-2B43-AAF9-5E7254CD4052}" presName="Bullet" presStyleLbl="lnNode1" presStyleIdx="2" presStyleCnt="3"/>
      <dgm:spPr/>
    </dgm:pt>
    <dgm:pt modelId="{A94B8F23-85A1-8241-8948-7E945B128FF1}" type="pres">
      <dgm:prSet presAssocID="{D9544A5F-1DDF-2B43-AAF9-5E7254CD4052}" presName="EmptyPlaceHolder" presStyleCnt="0"/>
      <dgm:spPr/>
    </dgm:pt>
  </dgm:ptLst>
  <dgm:cxnLst>
    <dgm:cxn modelId="{0559E152-B549-8248-8234-F9D03F9277C9}" type="presOf" srcId="{6FC1672F-CED6-954E-8B17-CAD62C7E5C17}" destId="{277CCCBE-8206-5C4D-8F85-949366A038B6}" srcOrd="0" destOrd="0" presId="urn:microsoft.com/office/officeart/2024/layout/BulletTimeline"/>
    <dgm:cxn modelId="{7D9C8C6A-C7DC-254A-BFAD-790B7F3D6B83}" type="presOf" srcId="{2F49F2F7-50F0-9F42-88B8-41A92D9A380E}" destId="{E31BE785-1353-CA4E-A798-CD525A58AC37}" srcOrd="0" destOrd="0" presId="urn:microsoft.com/office/officeart/2024/layout/BulletTimeline"/>
    <dgm:cxn modelId="{FF799AA8-FF24-2C42-A4E7-F7EBC5CF52B0}" srcId="{2F49F2F7-50F0-9F42-88B8-41A92D9A380E}" destId="{6FC1672F-CED6-954E-8B17-CAD62C7E5C17}" srcOrd="1" destOrd="0" parTransId="{CA54DB32-CB05-534D-8DC8-7B82B67A5545}" sibTransId="{6B8C16C6-70C3-A449-A558-1A94463F253A}"/>
    <dgm:cxn modelId="{34368ED3-528B-BD40-818F-E97497D0954E}" srcId="{2F49F2F7-50F0-9F42-88B8-41A92D9A380E}" destId="{D9544A5F-1DDF-2B43-AAF9-5E7254CD4052}" srcOrd="2" destOrd="0" parTransId="{064A4B54-000D-4D4B-987B-5FB89A6DD8CC}" sibTransId="{4442CA2F-A13A-2E46-B9B7-60387715A971}"/>
    <dgm:cxn modelId="{82A117DA-259F-E44C-ADF6-C9FA886A5C0F}" srcId="{2F49F2F7-50F0-9F42-88B8-41A92D9A380E}" destId="{A3D44200-E84C-F040-A6E1-F544092E16C1}" srcOrd="0" destOrd="0" parTransId="{B9B96586-77AD-3247-AC28-9761D62371BF}" sibTransId="{F3F049D2-6480-A043-9856-1ECFCED75CAF}"/>
    <dgm:cxn modelId="{DE15FDE1-BCF2-0E48-A5B1-ED01031FA8C4}" type="presOf" srcId="{D9544A5F-1DDF-2B43-AAF9-5E7254CD4052}" destId="{FB309C15-E507-4E4B-9561-7CDAA8F34781}" srcOrd="0" destOrd="0" presId="urn:microsoft.com/office/officeart/2024/layout/BulletTimeline"/>
    <dgm:cxn modelId="{3D3799F0-47BB-4844-9D65-68C26115C394}" type="presOf" srcId="{A3D44200-E84C-F040-A6E1-F544092E16C1}" destId="{5C6CB275-17D9-FF4E-B66A-6F41E0466A89}" srcOrd="0" destOrd="0" presId="urn:microsoft.com/office/officeart/2024/layout/BulletTimeline"/>
    <dgm:cxn modelId="{5B240251-B796-A644-927F-B8939218C1E7}" type="presParOf" srcId="{E31BE785-1353-CA4E-A798-CD525A58AC37}" destId="{2CC9CC83-BCCF-F943-B2A9-E5988E441E98}" srcOrd="0" destOrd="0" presId="urn:microsoft.com/office/officeart/2024/layout/BulletTimeline"/>
    <dgm:cxn modelId="{50D3BEE1-921D-A34B-BC30-0CDE3AF4625B}" type="presParOf" srcId="{2CC9CC83-BCCF-F943-B2A9-E5988E441E98}" destId="{73F17F2F-250F-8749-863B-7857DF7C42CE}" srcOrd="0" destOrd="0" presId="urn:microsoft.com/office/officeart/2024/layout/BulletTimeline"/>
    <dgm:cxn modelId="{079DF7F5-CDA1-BC49-BDF1-09B97F2A9080}" type="presParOf" srcId="{2CC9CC83-BCCF-F943-B2A9-E5988E441E98}" destId="{E0A608AC-7C91-9040-A105-6E3D14D8C7E6}" srcOrd="1" destOrd="0" presId="urn:microsoft.com/office/officeart/2024/layout/BulletTimeline"/>
    <dgm:cxn modelId="{3076EF99-4D90-0E42-A025-15725D6B599C}" type="presParOf" srcId="{E31BE785-1353-CA4E-A798-CD525A58AC37}" destId="{25128063-7861-7E4F-A76F-4C47C0E6F812}" srcOrd="1" destOrd="0" presId="urn:microsoft.com/office/officeart/2024/layout/BulletTimeline"/>
    <dgm:cxn modelId="{C48B10E0-FF62-AC4F-97F4-42FC8832930E}" type="presParOf" srcId="{25128063-7861-7E4F-A76F-4C47C0E6F812}" destId="{A3739EF4-7C17-E845-909E-772FFFB9B46D}" srcOrd="0" destOrd="0" presId="urn:microsoft.com/office/officeart/2024/layout/BulletTimeline"/>
    <dgm:cxn modelId="{2BBD8906-4B48-B34E-ABC5-37BEEBE05B2A}" type="presParOf" srcId="{A3739EF4-7C17-E845-909E-772FFFB9B46D}" destId="{C2BE3647-17EE-C34C-A84D-56C361C0F29C}" srcOrd="0" destOrd="0" presId="urn:microsoft.com/office/officeart/2024/layout/BulletTimeline"/>
    <dgm:cxn modelId="{CEA5A666-3302-1D45-A78C-B853F35D3E15}" type="presParOf" srcId="{C2BE3647-17EE-C34C-A84D-56C361C0F29C}" destId="{CA84A5FE-6CE4-E743-A21B-40D73918609F}" srcOrd="0" destOrd="0" presId="urn:microsoft.com/office/officeart/2024/layout/BulletTimeline"/>
    <dgm:cxn modelId="{F78ABE9F-EAB1-CD4E-8BA2-BDF0859795DE}" type="presParOf" srcId="{C2BE3647-17EE-C34C-A84D-56C361C0F29C}" destId="{777D4033-DF3F-2C46-891E-2FA332E181F5}" srcOrd="1" destOrd="0" presId="urn:microsoft.com/office/officeart/2024/layout/BulletTimeline"/>
    <dgm:cxn modelId="{7B1921EF-C90C-F746-AAF7-A316C78E092C}" type="presParOf" srcId="{A3739EF4-7C17-E845-909E-772FFFB9B46D}" destId="{F4516A7E-BF94-1846-925E-0670B0878EAE}" srcOrd="1" destOrd="0" presId="urn:microsoft.com/office/officeart/2024/layout/BulletTimeline"/>
    <dgm:cxn modelId="{84AFEC91-ED05-D64E-8EB2-68C2D26F1000}" type="presParOf" srcId="{A3739EF4-7C17-E845-909E-772FFFB9B46D}" destId="{5C6CB275-17D9-FF4E-B66A-6F41E0466A89}" srcOrd="2" destOrd="0" presId="urn:microsoft.com/office/officeart/2024/layout/BulletTimeline"/>
    <dgm:cxn modelId="{053A931B-80B8-2243-8BB6-87692694D66F}" type="presParOf" srcId="{A3739EF4-7C17-E845-909E-772FFFB9B46D}" destId="{F980966F-CB53-4E4A-8BAD-0280D1D57C07}" srcOrd="3" destOrd="0" presId="urn:microsoft.com/office/officeart/2024/layout/BulletTimeline"/>
    <dgm:cxn modelId="{E7568340-97A6-3848-9157-B5D66A73C359}" type="presParOf" srcId="{A3739EF4-7C17-E845-909E-772FFFB9B46D}" destId="{42903456-B480-A444-A89C-FC6853D50D1F}" srcOrd="4" destOrd="0" presId="urn:microsoft.com/office/officeart/2024/layout/BulletTimeline"/>
    <dgm:cxn modelId="{33592BAD-5DE4-6943-B187-F80168AA114F}" type="presParOf" srcId="{42903456-B480-A444-A89C-FC6853D50D1F}" destId="{CBDA9AE2-7E04-7346-8767-3504FABE6F24}" srcOrd="0" destOrd="0" presId="urn:microsoft.com/office/officeart/2024/layout/BulletTimeline"/>
    <dgm:cxn modelId="{44275003-CB00-724E-BF0F-5CA2E68D2EE6}" type="presParOf" srcId="{A3739EF4-7C17-E845-909E-772FFFB9B46D}" destId="{86201136-8E7D-0A4F-B7DE-0F9E600A314F}" srcOrd="5" destOrd="0" presId="urn:microsoft.com/office/officeart/2024/layout/BulletTimeline"/>
    <dgm:cxn modelId="{354ECE0F-B061-E141-845D-B1CF2166A925}" type="presParOf" srcId="{25128063-7861-7E4F-A76F-4C47C0E6F812}" destId="{B2323537-0C50-7342-8262-B5BBAFD9C156}" srcOrd="1" destOrd="0" presId="urn:microsoft.com/office/officeart/2024/layout/BulletTimeline"/>
    <dgm:cxn modelId="{8B3FFE93-2E87-5A42-A796-57B4F32C13B3}" type="presParOf" srcId="{25128063-7861-7E4F-A76F-4C47C0E6F812}" destId="{9FE549BF-8A50-E948-8214-0B23EEE102CE}" srcOrd="2" destOrd="0" presId="urn:microsoft.com/office/officeart/2024/layout/BulletTimeline"/>
    <dgm:cxn modelId="{7C5BCEEE-AB2A-0045-A3EE-43CE8B2E5DB4}" type="presParOf" srcId="{9FE549BF-8A50-E948-8214-0B23EEE102CE}" destId="{19394E5B-68DF-6741-AA34-7D4D4B667AC6}" srcOrd="0" destOrd="0" presId="urn:microsoft.com/office/officeart/2024/layout/BulletTimeline"/>
    <dgm:cxn modelId="{9643CA2B-0517-FD4D-9421-C19AE1226ED0}" type="presParOf" srcId="{19394E5B-68DF-6741-AA34-7D4D4B667AC6}" destId="{F17F6F03-FF88-9E4F-93F3-E134A9655FC0}" srcOrd="0" destOrd="0" presId="urn:microsoft.com/office/officeart/2024/layout/BulletTimeline"/>
    <dgm:cxn modelId="{343A95F5-8CE8-1447-99C5-17DB39505CF5}" type="presParOf" srcId="{19394E5B-68DF-6741-AA34-7D4D4B667AC6}" destId="{D6469B41-5155-F743-AF78-A83B1EDA607E}" srcOrd="1" destOrd="0" presId="urn:microsoft.com/office/officeart/2024/layout/BulletTimeline"/>
    <dgm:cxn modelId="{94EFC3D2-1A73-D84D-9182-A1E796DCBBB7}" type="presParOf" srcId="{9FE549BF-8A50-E948-8214-0B23EEE102CE}" destId="{3B62B1F9-8FCE-624A-B8FA-BC6C83A5D553}" srcOrd="1" destOrd="0" presId="urn:microsoft.com/office/officeart/2024/layout/BulletTimeline"/>
    <dgm:cxn modelId="{81D053D9-4B3B-604E-95CF-3DE365A7A7D7}" type="presParOf" srcId="{9FE549BF-8A50-E948-8214-0B23EEE102CE}" destId="{277CCCBE-8206-5C4D-8F85-949366A038B6}" srcOrd="2" destOrd="0" presId="urn:microsoft.com/office/officeart/2024/layout/BulletTimeline"/>
    <dgm:cxn modelId="{03319CBC-BA76-7440-B486-92AEF56628BB}" type="presParOf" srcId="{9FE549BF-8A50-E948-8214-0B23EEE102CE}" destId="{110FF3CF-A21F-954F-88E1-7064BF9C2DB9}" srcOrd="3" destOrd="0" presId="urn:microsoft.com/office/officeart/2024/layout/BulletTimeline"/>
    <dgm:cxn modelId="{55FF4228-5220-7F4C-B7F4-D8F03E639144}" type="presParOf" srcId="{9FE549BF-8A50-E948-8214-0B23EEE102CE}" destId="{53A58268-1F5C-D84F-B83B-A5FAF514A934}" srcOrd="4" destOrd="0" presId="urn:microsoft.com/office/officeart/2024/layout/BulletTimeline"/>
    <dgm:cxn modelId="{0BF449DA-46CC-A64B-8592-8944E10D1E07}" type="presParOf" srcId="{53A58268-1F5C-D84F-B83B-A5FAF514A934}" destId="{657A7DF8-9ED2-3A41-8803-8C1BB2FECD21}" srcOrd="0" destOrd="0" presId="urn:microsoft.com/office/officeart/2024/layout/BulletTimeline"/>
    <dgm:cxn modelId="{F2E7EA21-22CB-FF4B-A823-6FEFF41D904C}" type="presParOf" srcId="{9FE549BF-8A50-E948-8214-0B23EEE102CE}" destId="{BACBF684-17C6-1346-B4FE-475507EA84A8}" srcOrd="5" destOrd="0" presId="urn:microsoft.com/office/officeart/2024/layout/BulletTimeline"/>
    <dgm:cxn modelId="{8AD7C5F6-339A-C049-9C4B-D68E12CBE557}" type="presParOf" srcId="{25128063-7861-7E4F-A76F-4C47C0E6F812}" destId="{8861D25F-8F53-DA44-A179-FCD640547A44}" srcOrd="3" destOrd="0" presId="urn:microsoft.com/office/officeart/2024/layout/BulletTimeline"/>
    <dgm:cxn modelId="{C9227E2D-FB8B-2F4B-9C1B-21C74D5996A1}" type="presParOf" srcId="{25128063-7861-7E4F-A76F-4C47C0E6F812}" destId="{62713179-A445-1A44-99E8-C72C338ECC99}" srcOrd="4" destOrd="0" presId="urn:microsoft.com/office/officeart/2024/layout/BulletTimeline"/>
    <dgm:cxn modelId="{435B7431-2CA8-9544-B664-477024F9F0F8}" type="presParOf" srcId="{62713179-A445-1A44-99E8-C72C338ECC99}" destId="{8F445987-4C28-4644-B3B2-7AB372C76AF8}" srcOrd="0" destOrd="0" presId="urn:microsoft.com/office/officeart/2024/layout/BulletTimeline"/>
    <dgm:cxn modelId="{88C4C91C-12D9-2946-9D52-E6680B4DE53E}" type="presParOf" srcId="{8F445987-4C28-4644-B3B2-7AB372C76AF8}" destId="{2347B8DC-5064-9E4F-A28A-5C418C34C0D4}" srcOrd="0" destOrd="0" presId="urn:microsoft.com/office/officeart/2024/layout/BulletTimeline"/>
    <dgm:cxn modelId="{A467DC5A-AB33-F749-A478-9E9BFB885C56}" type="presParOf" srcId="{8F445987-4C28-4644-B3B2-7AB372C76AF8}" destId="{492A61C9-868A-5840-9DD6-EC5B6684F2D1}" srcOrd="1" destOrd="0" presId="urn:microsoft.com/office/officeart/2024/layout/BulletTimeline"/>
    <dgm:cxn modelId="{A583D1BC-E90A-3142-AA9D-0C5448B56699}" type="presParOf" srcId="{62713179-A445-1A44-99E8-C72C338ECC99}" destId="{0A55DA75-EBE1-5340-9A76-6555FE6BE862}" srcOrd="1" destOrd="0" presId="urn:microsoft.com/office/officeart/2024/layout/BulletTimeline"/>
    <dgm:cxn modelId="{024EC205-8EEB-4B44-94A8-B09C8748D4B5}" type="presParOf" srcId="{62713179-A445-1A44-99E8-C72C338ECC99}" destId="{FB309C15-E507-4E4B-9561-7CDAA8F34781}" srcOrd="2" destOrd="0" presId="urn:microsoft.com/office/officeart/2024/layout/BulletTimeline"/>
    <dgm:cxn modelId="{17396A25-5980-DD43-87F7-99DDA80A80CF}" type="presParOf" srcId="{62713179-A445-1A44-99E8-C72C338ECC99}" destId="{5ED3AA66-C956-3D44-827C-77DE8C7D9189}" srcOrd="3" destOrd="0" presId="urn:microsoft.com/office/officeart/2024/layout/BulletTimeline"/>
    <dgm:cxn modelId="{B8B02A64-AAC2-0D46-A3CA-5604015ED231}" type="presParOf" srcId="{62713179-A445-1A44-99E8-C72C338ECC99}" destId="{B1A82D7E-D6FA-6048-96FC-F4A2EABD7B3B}" srcOrd="4" destOrd="0" presId="urn:microsoft.com/office/officeart/2024/layout/BulletTimeline"/>
    <dgm:cxn modelId="{E9FA9715-193B-494A-8EFB-135EFF6DC6E6}" type="presParOf" srcId="{B1A82D7E-D6FA-6048-96FC-F4A2EABD7B3B}" destId="{77276152-8C39-8841-9C5E-33A2CF557AB3}" srcOrd="0" destOrd="0" presId="urn:microsoft.com/office/officeart/2024/layout/BulletTimeline"/>
    <dgm:cxn modelId="{7A8CEF14-9027-AE4B-97B4-FC989E1AF28A}" type="presParOf" srcId="{62713179-A445-1A44-99E8-C72C338ECC99}" destId="{A94B8F23-85A1-8241-8948-7E945B128FF1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D9FED00-91F2-604F-9BD9-0051075496A3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1938A149-8403-5F4E-9208-D99B78AC163E}">
      <dgm:prSet phldrT="[Text]"/>
      <dgm:spPr/>
      <dgm:t>
        <a:bodyPr/>
        <a:lstStyle/>
        <a:p>
          <a:r>
            <a:rPr lang="en-US" dirty="0">
              <a:latin typeface="+mj-lt"/>
              <a:cs typeface="Arial" panose="020B0604020202020204" pitchFamily="34" charset="0"/>
            </a:rPr>
            <a:t>People instruct algorithms to make histories</a:t>
          </a:r>
          <a:endParaRPr lang="en-GB" dirty="0"/>
        </a:p>
      </dgm:t>
    </dgm:pt>
    <dgm:pt modelId="{3A719AE0-28AD-AC41-8738-4C62B472191D}" type="parTrans" cxnId="{A8412DDF-04A6-DA4F-B68A-4DBA5EFCE991}">
      <dgm:prSet/>
      <dgm:spPr/>
      <dgm:t>
        <a:bodyPr/>
        <a:lstStyle/>
        <a:p>
          <a:endParaRPr lang="en-GB"/>
        </a:p>
      </dgm:t>
    </dgm:pt>
    <dgm:pt modelId="{6604383D-4F06-3240-83CB-B7FDFE8D5855}" type="sibTrans" cxnId="{A8412DDF-04A6-DA4F-B68A-4DBA5EFCE991}">
      <dgm:prSet/>
      <dgm:spPr/>
      <dgm:t>
        <a:bodyPr/>
        <a:lstStyle/>
        <a:p>
          <a:endParaRPr lang="en-GB"/>
        </a:p>
      </dgm:t>
    </dgm:pt>
    <dgm:pt modelId="{8389B8DC-8893-1D4D-A0E4-B1E591030362}">
      <dgm:prSet phldrT="[Text]"/>
      <dgm:spPr/>
      <dgm:t>
        <a:bodyPr/>
        <a:lstStyle/>
        <a:p>
          <a:r>
            <a:rPr lang="en-GB" dirty="0"/>
            <a:t>Mixture of knowing and unknowing actions</a:t>
          </a:r>
        </a:p>
      </dgm:t>
    </dgm:pt>
    <dgm:pt modelId="{73EF09B1-6AED-6947-A90C-7D08B0626DB0}" type="parTrans" cxnId="{409D1B11-CAF6-1748-93DA-B7640E83538C}">
      <dgm:prSet/>
      <dgm:spPr/>
      <dgm:t>
        <a:bodyPr/>
        <a:lstStyle/>
        <a:p>
          <a:endParaRPr lang="en-GB"/>
        </a:p>
      </dgm:t>
    </dgm:pt>
    <dgm:pt modelId="{58EBE2FC-5882-C144-8981-9BF05981001E}" type="sibTrans" cxnId="{409D1B11-CAF6-1748-93DA-B7640E83538C}">
      <dgm:prSet/>
      <dgm:spPr/>
      <dgm:t>
        <a:bodyPr/>
        <a:lstStyle/>
        <a:p>
          <a:endParaRPr lang="en-GB"/>
        </a:p>
      </dgm:t>
    </dgm:pt>
    <dgm:pt modelId="{2D420B5D-BD9F-9246-A604-0A66B0CC86D5}">
      <dgm:prSet phldrT="[Text]"/>
      <dgm:spPr/>
      <dgm:t>
        <a:bodyPr/>
        <a:lstStyle/>
        <a:p>
          <a:r>
            <a:rPr lang="en-AU" dirty="0">
              <a:latin typeface="+mj-lt"/>
            </a:rPr>
            <a:t>Algorithms learn from the same information and from one another without human direction and make histories</a:t>
          </a:r>
          <a:endParaRPr lang="en-GB" dirty="0"/>
        </a:p>
      </dgm:t>
    </dgm:pt>
    <dgm:pt modelId="{2C3D41AD-BD6D-AF49-9D64-D08B46956FAA}" type="parTrans" cxnId="{B78E81F1-8294-A340-B05D-6AEFDAB0A82C}">
      <dgm:prSet/>
      <dgm:spPr/>
      <dgm:t>
        <a:bodyPr/>
        <a:lstStyle/>
        <a:p>
          <a:endParaRPr lang="en-GB"/>
        </a:p>
      </dgm:t>
    </dgm:pt>
    <dgm:pt modelId="{5DCDDEF6-3EB7-D249-8874-ACEBB114624F}" type="sibTrans" cxnId="{B78E81F1-8294-A340-B05D-6AEFDAB0A82C}">
      <dgm:prSet/>
      <dgm:spPr/>
      <dgm:t>
        <a:bodyPr/>
        <a:lstStyle/>
        <a:p>
          <a:endParaRPr lang="en-GB"/>
        </a:p>
      </dgm:t>
    </dgm:pt>
    <dgm:pt modelId="{DAAD89BE-E6C2-E04D-BF6B-DA69E2A0184A}" type="pres">
      <dgm:prSet presAssocID="{9D9FED00-91F2-604F-9BD9-0051075496A3}" presName="Name0" presStyleCnt="0">
        <dgm:presLayoutVars>
          <dgm:dir/>
          <dgm:resizeHandles val="exact"/>
        </dgm:presLayoutVars>
      </dgm:prSet>
      <dgm:spPr/>
    </dgm:pt>
    <dgm:pt modelId="{5B1B8A7A-0237-1142-8468-DBCAD54F9065}" type="pres">
      <dgm:prSet presAssocID="{1938A149-8403-5F4E-9208-D99B78AC163E}" presName="node" presStyleLbl="node1" presStyleIdx="0" presStyleCnt="3">
        <dgm:presLayoutVars>
          <dgm:bulletEnabled val="1"/>
        </dgm:presLayoutVars>
      </dgm:prSet>
      <dgm:spPr/>
    </dgm:pt>
    <dgm:pt modelId="{3E346D09-64AF-5A4C-964E-CD37B8379ECA}" type="pres">
      <dgm:prSet presAssocID="{6604383D-4F06-3240-83CB-B7FDFE8D5855}" presName="sibTrans" presStyleLbl="sibTrans2D1" presStyleIdx="0" presStyleCnt="2"/>
      <dgm:spPr/>
    </dgm:pt>
    <dgm:pt modelId="{EF487D50-229A-5940-8257-6126AA073626}" type="pres">
      <dgm:prSet presAssocID="{6604383D-4F06-3240-83CB-B7FDFE8D5855}" presName="connectorText" presStyleLbl="sibTrans2D1" presStyleIdx="0" presStyleCnt="2"/>
      <dgm:spPr/>
    </dgm:pt>
    <dgm:pt modelId="{9CEDE000-F7AE-7B49-8383-F1B8E6161D77}" type="pres">
      <dgm:prSet presAssocID="{8389B8DC-8893-1D4D-A0E4-B1E591030362}" presName="node" presStyleLbl="node1" presStyleIdx="1" presStyleCnt="3">
        <dgm:presLayoutVars>
          <dgm:bulletEnabled val="1"/>
        </dgm:presLayoutVars>
      </dgm:prSet>
      <dgm:spPr/>
    </dgm:pt>
    <dgm:pt modelId="{36D123AC-C3AB-4949-891A-7BD46445F706}" type="pres">
      <dgm:prSet presAssocID="{58EBE2FC-5882-C144-8981-9BF05981001E}" presName="sibTrans" presStyleLbl="sibTrans2D1" presStyleIdx="1" presStyleCnt="2"/>
      <dgm:spPr/>
    </dgm:pt>
    <dgm:pt modelId="{530DA9CC-184E-034C-AC12-350E956C8F16}" type="pres">
      <dgm:prSet presAssocID="{58EBE2FC-5882-C144-8981-9BF05981001E}" presName="connectorText" presStyleLbl="sibTrans2D1" presStyleIdx="1" presStyleCnt="2"/>
      <dgm:spPr/>
    </dgm:pt>
    <dgm:pt modelId="{87D904CC-DDFA-654C-AE33-69566A366DBE}" type="pres">
      <dgm:prSet presAssocID="{2D420B5D-BD9F-9246-A604-0A66B0CC86D5}" presName="node" presStyleLbl="node1" presStyleIdx="2" presStyleCnt="3">
        <dgm:presLayoutVars>
          <dgm:bulletEnabled val="1"/>
        </dgm:presLayoutVars>
      </dgm:prSet>
      <dgm:spPr/>
    </dgm:pt>
  </dgm:ptLst>
  <dgm:cxnLst>
    <dgm:cxn modelId="{409D1B11-CAF6-1748-93DA-B7640E83538C}" srcId="{9D9FED00-91F2-604F-9BD9-0051075496A3}" destId="{8389B8DC-8893-1D4D-A0E4-B1E591030362}" srcOrd="1" destOrd="0" parTransId="{73EF09B1-6AED-6947-A90C-7D08B0626DB0}" sibTransId="{58EBE2FC-5882-C144-8981-9BF05981001E}"/>
    <dgm:cxn modelId="{657D9011-BA67-5A45-AA44-7BEA17AE1588}" type="presOf" srcId="{6604383D-4F06-3240-83CB-B7FDFE8D5855}" destId="{EF487D50-229A-5940-8257-6126AA073626}" srcOrd="1" destOrd="0" presId="urn:microsoft.com/office/officeart/2005/8/layout/process1"/>
    <dgm:cxn modelId="{F1CC5C25-FBDE-4D4E-81A0-4BBD2249E78E}" type="presOf" srcId="{58EBE2FC-5882-C144-8981-9BF05981001E}" destId="{36D123AC-C3AB-4949-891A-7BD46445F706}" srcOrd="0" destOrd="0" presId="urn:microsoft.com/office/officeart/2005/8/layout/process1"/>
    <dgm:cxn modelId="{EC35B748-BF06-8C4E-B60B-5332094B6BE1}" type="presOf" srcId="{6604383D-4F06-3240-83CB-B7FDFE8D5855}" destId="{3E346D09-64AF-5A4C-964E-CD37B8379ECA}" srcOrd="0" destOrd="0" presId="urn:microsoft.com/office/officeart/2005/8/layout/process1"/>
    <dgm:cxn modelId="{1A627C4C-C0E3-DC4D-A282-73499E13BDA1}" type="presOf" srcId="{2D420B5D-BD9F-9246-A604-0A66B0CC86D5}" destId="{87D904CC-DDFA-654C-AE33-69566A366DBE}" srcOrd="0" destOrd="0" presId="urn:microsoft.com/office/officeart/2005/8/layout/process1"/>
    <dgm:cxn modelId="{262A188E-3040-524D-9591-7035643FDA7C}" type="presOf" srcId="{58EBE2FC-5882-C144-8981-9BF05981001E}" destId="{530DA9CC-184E-034C-AC12-350E956C8F16}" srcOrd="1" destOrd="0" presId="urn:microsoft.com/office/officeart/2005/8/layout/process1"/>
    <dgm:cxn modelId="{74B658DB-1957-F242-AA81-187C2B4A0C8E}" type="presOf" srcId="{9D9FED00-91F2-604F-9BD9-0051075496A3}" destId="{DAAD89BE-E6C2-E04D-BF6B-DA69E2A0184A}" srcOrd="0" destOrd="0" presId="urn:microsoft.com/office/officeart/2005/8/layout/process1"/>
    <dgm:cxn modelId="{A8412DDF-04A6-DA4F-B68A-4DBA5EFCE991}" srcId="{9D9FED00-91F2-604F-9BD9-0051075496A3}" destId="{1938A149-8403-5F4E-9208-D99B78AC163E}" srcOrd="0" destOrd="0" parTransId="{3A719AE0-28AD-AC41-8738-4C62B472191D}" sibTransId="{6604383D-4F06-3240-83CB-B7FDFE8D5855}"/>
    <dgm:cxn modelId="{DE60BCE6-FE5A-1445-9B84-95A1EA02CBA0}" type="presOf" srcId="{1938A149-8403-5F4E-9208-D99B78AC163E}" destId="{5B1B8A7A-0237-1142-8468-DBCAD54F9065}" srcOrd="0" destOrd="0" presId="urn:microsoft.com/office/officeart/2005/8/layout/process1"/>
    <dgm:cxn modelId="{AD09F3F0-D011-2C4B-B06C-14C81D852E13}" type="presOf" srcId="{8389B8DC-8893-1D4D-A0E4-B1E591030362}" destId="{9CEDE000-F7AE-7B49-8383-F1B8E6161D77}" srcOrd="0" destOrd="0" presId="urn:microsoft.com/office/officeart/2005/8/layout/process1"/>
    <dgm:cxn modelId="{B78E81F1-8294-A340-B05D-6AEFDAB0A82C}" srcId="{9D9FED00-91F2-604F-9BD9-0051075496A3}" destId="{2D420B5D-BD9F-9246-A604-0A66B0CC86D5}" srcOrd="2" destOrd="0" parTransId="{2C3D41AD-BD6D-AF49-9D64-D08B46956FAA}" sibTransId="{5DCDDEF6-3EB7-D249-8874-ACEBB114624F}"/>
    <dgm:cxn modelId="{6B1EDAAA-71B4-4F4C-BDD8-8B481DCF207A}" type="presParOf" srcId="{DAAD89BE-E6C2-E04D-BF6B-DA69E2A0184A}" destId="{5B1B8A7A-0237-1142-8468-DBCAD54F9065}" srcOrd="0" destOrd="0" presId="urn:microsoft.com/office/officeart/2005/8/layout/process1"/>
    <dgm:cxn modelId="{9A176884-333E-FC4A-BD6C-66EBD8AF9F02}" type="presParOf" srcId="{DAAD89BE-E6C2-E04D-BF6B-DA69E2A0184A}" destId="{3E346D09-64AF-5A4C-964E-CD37B8379ECA}" srcOrd="1" destOrd="0" presId="urn:microsoft.com/office/officeart/2005/8/layout/process1"/>
    <dgm:cxn modelId="{B65B9574-1914-1D40-9E54-0C4FAE1857CE}" type="presParOf" srcId="{3E346D09-64AF-5A4C-964E-CD37B8379ECA}" destId="{EF487D50-229A-5940-8257-6126AA073626}" srcOrd="0" destOrd="0" presId="urn:microsoft.com/office/officeart/2005/8/layout/process1"/>
    <dgm:cxn modelId="{2A912E49-89DF-8947-A3C1-DBC2BBCD77DC}" type="presParOf" srcId="{DAAD89BE-E6C2-E04D-BF6B-DA69E2A0184A}" destId="{9CEDE000-F7AE-7B49-8383-F1B8E6161D77}" srcOrd="2" destOrd="0" presId="urn:microsoft.com/office/officeart/2005/8/layout/process1"/>
    <dgm:cxn modelId="{3F685D5C-8558-394B-826A-EC218B0D6199}" type="presParOf" srcId="{DAAD89BE-E6C2-E04D-BF6B-DA69E2A0184A}" destId="{36D123AC-C3AB-4949-891A-7BD46445F706}" srcOrd="3" destOrd="0" presId="urn:microsoft.com/office/officeart/2005/8/layout/process1"/>
    <dgm:cxn modelId="{1AD920A0-4DD9-AD44-9A55-ACE0F0D6B950}" type="presParOf" srcId="{36D123AC-C3AB-4949-891A-7BD46445F706}" destId="{530DA9CC-184E-034C-AC12-350E956C8F16}" srcOrd="0" destOrd="0" presId="urn:microsoft.com/office/officeart/2005/8/layout/process1"/>
    <dgm:cxn modelId="{E6B7C0A2-5BC0-CB4C-B170-5CAA2F92A8CC}" type="presParOf" srcId="{DAAD89BE-E6C2-E04D-BF6B-DA69E2A0184A}" destId="{87D904CC-DDFA-654C-AE33-69566A366DB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523F1-4047-9C46-A474-C4E670C28905}">
      <dsp:nvSpPr>
        <dsp:cNvPr id="0" name=""/>
        <dsp:cNvSpPr/>
      </dsp:nvSpPr>
      <dsp:spPr>
        <a:xfrm>
          <a:off x="0" y="0"/>
          <a:ext cx="6534797" cy="3514858"/>
        </a:xfrm>
        <a:prstGeom prst="roundRect">
          <a:avLst>
            <a:gd name="adj" fmla="val 8500"/>
          </a:avLst>
        </a:prstGeom>
        <a:solidFill>
          <a:schemeClr val="lt1"/>
        </a:solidFill>
        <a:ln w="25400" cap="flat" cmpd="sng" algn="ctr">
          <a:solidFill>
            <a:schemeClr val="dk1"/>
          </a:solidFill>
          <a:prstDash val="solid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  <dsp:txBody>
        <a:bodyPr spcFirstLastPara="0" vert="horz" wrap="square" lIns="247650" tIns="247650" rIns="247650" bIns="2169937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 dirty="0"/>
        </a:p>
      </dsp:txBody>
      <dsp:txXfrm>
        <a:off x="87505" y="87505"/>
        <a:ext cx="6359787" cy="33398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17F2F-250F-8749-863B-7857DF7C42CE}">
      <dsp:nvSpPr>
        <dsp:cNvPr id="0" name=""/>
        <dsp:cNvSpPr/>
      </dsp:nvSpPr>
      <dsp:spPr>
        <a:xfrm>
          <a:off x="0" y="2011680"/>
          <a:ext cx="6071616" cy="4064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608AC-7C91-9040-A105-6E3D14D8C7E6}">
      <dsp:nvSpPr>
        <dsp:cNvPr id="0" name=""/>
        <dsp:cNvSpPr/>
      </dsp:nvSpPr>
      <dsp:spPr>
        <a:xfrm>
          <a:off x="5852160" y="1869440"/>
          <a:ext cx="243840" cy="32512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516A7E-BF94-1846-925E-0670B0878EAE}">
      <dsp:nvSpPr>
        <dsp:cNvPr id="0" name=""/>
        <dsp:cNvSpPr/>
      </dsp:nvSpPr>
      <dsp:spPr>
        <a:xfrm>
          <a:off x="519845" y="926592"/>
          <a:ext cx="2528154" cy="942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6CB275-17D9-FF4E-B66A-6F41E0466A89}">
      <dsp:nvSpPr>
        <dsp:cNvPr id="0" name=""/>
        <dsp:cNvSpPr/>
      </dsp:nvSpPr>
      <dsp:spPr>
        <a:xfrm>
          <a:off x="519845" y="438911"/>
          <a:ext cx="2528154" cy="48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Person on Person</a:t>
          </a:r>
        </a:p>
      </dsp:txBody>
      <dsp:txXfrm>
        <a:off x="519845" y="438911"/>
        <a:ext cx="2528154" cy="487680"/>
      </dsp:txXfrm>
    </dsp:sp>
    <dsp:sp modelId="{F980966F-CB53-4E4A-8BAD-0280D1D57C07}">
      <dsp:nvSpPr>
        <dsp:cNvPr id="0" name=""/>
        <dsp:cNvSpPr/>
      </dsp:nvSpPr>
      <dsp:spPr>
        <a:xfrm>
          <a:off x="243677" y="406399"/>
          <a:ext cx="32490" cy="1625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62B1F9-8FCE-624A-B8FA-BC6C83A5D553}">
      <dsp:nvSpPr>
        <dsp:cNvPr id="0" name=""/>
        <dsp:cNvSpPr/>
      </dsp:nvSpPr>
      <dsp:spPr>
        <a:xfrm>
          <a:off x="1833502" y="2692655"/>
          <a:ext cx="2528154" cy="7640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7CCCBE-8206-5C4D-8F85-949366A038B6}">
      <dsp:nvSpPr>
        <dsp:cNvPr id="0" name=""/>
        <dsp:cNvSpPr/>
      </dsp:nvSpPr>
      <dsp:spPr>
        <a:xfrm>
          <a:off x="1833502" y="2188719"/>
          <a:ext cx="2528154" cy="503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Hybrid Wars</a:t>
          </a:r>
        </a:p>
      </dsp:txBody>
      <dsp:txXfrm>
        <a:off x="1833502" y="2188719"/>
        <a:ext cx="2528154" cy="503936"/>
      </dsp:txXfrm>
    </dsp:sp>
    <dsp:sp modelId="{110FF3CF-A21F-954F-88E1-7064BF9C2DB9}">
      <dsp:nvSpPr>
        <dsp:cNvPr id="0" name=""/>
        <dsp:cNvSpPr/>
      </dsp:nvSpPr>
      <dsp:spPr>
        <a:xfrm>
          <a:off x="1767677" y="2032000"/>
          <a:ext cx="32490" cy="1625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A9AE2-7E04-7346-8767-3504FABE6F24}">
      <dsp:nvSpPr>
        <dsp:cNvPr id="0" name=""/>
        <dsp:cNvSpPr/>
      </dsp:nvSpPr>
      <dsp:spPr>
        <a:xfrm>
          <a:off x="175447" y="1947525"/>
          <a:ext cx="168949" cy="1689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A7DF8-9ED2-3A41-8803-8C1BB2FECD21}">
      <dsp:nvSpPr>
        <dsp:cNvPr id="0" name=""/>
        <dsp:cNvSpPr/>
      </dsp:nvSpPr>
      <dsp:spPr>
        <a:xfrm>
          <a:off x="1699447" y="1947525"/>
          <a:ext cx="168949" cy="1689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5DA75-EBE1-5340-9A76-6555FE6BE862}">
      <dsp:nvSpPr>
        <dsp:cNvPr id="0" name=""/>
        <dsp:cNvSpPr/>
      </dsp:nvSpPr>
      <dsp:spPr>
        <a:xfrm>
          <a:off x="3567845" y="926592"/>
          <a:ext cx="2528154" cy="9428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309C15-E507-4E4B-9561-7CDAA8F34781}">
      <dsp:nvSpPr>
        <dsp:cNvPr id="0" name=""/>
        <dsp:cNvSpPr/>
      </dsp:nvSpPr>
      <dsp:spPr>
        <a:xfrm>
          <a:off x="3567845" y="438911"/>
          <a:ext cx="2528154" cy="487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2000" kern="1200" dirty="0"/>
            <a:t>Algorithmic</a:t>
          </a:r>
        </a:p>
      </dsp:txBody>
      <dsp:txXfrm>
        <a:off x="3567845" y="438911"/>
        <a:ext cx="2528154" cy="487680"/>
      </dsp:txXfrm>
    </dsp:sp>
    <dsp:sp modelId="{5ED3AA66-C956-3D44-827C-77DE8C7D9189}">
      <dsp:nvSpPr>
        <dsp:cNvPr id="0" name=""/>
        <dsp:cNvSpPr/>
      </dsp:nvSpPr>
      <dsp:spPr>
        <a:xfrm>
          <a:off x="3291677" y="406399"/>
          <a:ext cx="32490" cy="1625600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276152-8C39-8841-9C5E-33A2CF557AB3}">
      <dsp:nvSpPr>
        <dsp:cNvPr id="0" name=""/>
        <dsp:cNvSpPr/>
      </dsp:nvSpPr>
      <dsp:spPr>
        <a:xfrm>
          <a:off x="3223447" y="1947525"/>
          <a:ext cx="168949" cy="1689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1B8A7A-0237-1142-8468-DBCAD54F9065}">
      <dsp:nvSpPr>
        <dsp:cNvPr id="0" name=""/>
        <dsp:cNvSpPr/>
      </dsp:nvSpPr>
      <dsp:spPr>
        <a:xfrm>
          <a:off x="6230" y="854444"/>
          <a:ext cx="1862267" cy="2387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+mj-lt"/>
              <a:cs typeface="Arial" panose="020B0604020202020204" pitchFamily="34" charset="0"/>
            </a:rPr>
            <a:t>People instruct algorithms to make histories</a:t>
          </a:r>
          <a:endParaRPr lang="en-GB" sz="1800" kern="1200" dirty="0"/>
        </a:p>
      </dsp:txBody>
      <dsp:txXfrm>
        <a:off x="60774" y="908988"/>
        <a:ext cx="1753179" cy="2278396"/>
      </dsp:txXfrm>
    </dsp:sp>
    <dsp:sp modelId="{3E346D09-64AF-5A4C-964E-CD37B8379ECA}">
      <dsp:nvSpPr>
        <dsp:cNvPr id="0" name=""/>
        <dsp:cNvSpPr/>
      </dsp:nvSpPr>
      <dsp:spPr>
        <a:xfrm>
          <a:off x="2054724" y="1817265"/>
          <a:ext cx="394800" cy="4618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2054724" y="1909633"/>
        <a:ext cx="276360" cy="277106"/>
      </dsp:txXfrm>
    </dsp:sp>
    <dsp:sp modelId="{9CEDE000-F7AE-7B49-8383-F1B8E6161D77}">
      <dsp:nvSpPr>
        <dsp:cNvPr id="0" name=""/>
        <dsp:cNvSpPr/>
      </dsp:nvSpPr>
      <dsp:spPr>
        <a:xfrm>
          <a:off x="2613404" y="854444"/>
          <a:ext cx="1862267" cy="2387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Mixture of knowing and unknowing actions</a:t>
          </a:r>
        </a:p>
      </dsp:txBody>
      <dsp:txXfrm>
        <a:off x="2667948" y="908988"/>
        <a:ext cx="1753179" cy="2278396"/>
      </dsp:txXfrm>
    </dsp:sp>
    <dsp:sp modelId="{36D123AC-C3AB-4949-891A-7BD46445F706}">
      <dsp:nvSpPr>
        <dsp:cNvPr id="0" name=""/>
        <dsp:cNvSpPr/>
      </dsp:nvSpPr>
      <dsp:spPr>
        <a:xfrm>
          <a:off x="4661898" y="1817265"/>
          <a:ext cx="394800" cy="4618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4661898" y="1909633"/>
        <a:ext cx="276360" cy="277106"/>
      </dsp:txXfrm>
    </dsp:sp>
    <dsp:sp modelId="{87D904CC-DDFA-654C-AE33-69566A366DBE}">
      <dsp:nvSpPr>
        <dsp:cNvPr id="0" name=""/>
        <dsp:cNvSpPr/>
      </dsp:nvSpPr>
      <dsp:spPr>
        <a:xfrm>
          <a:off x="5220578" y="854444"/>
          <a:ext cx="1862267" cy="23874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latin typeface="+mj-lt"/>
            </a:rPr>
            <a:t>Algorithms learn from the same information and from one another without human direction and make histories</a:t>
          </a:r>
          <a:endParaRPr lang="en-GB" sz="1800" kern="1200" dirty="0"/>
        </a:p>
      </dsp:txBody>
      <dsp:txXfrm>
        <a:off x="5275122" y="908988"/>
        <a:ext cx="1753179" cy="2278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F6F4C1-4114-4918-8993-473D0CD5DC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17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EDB437F-59FE-4A6C-A802-8DC8214269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43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65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4302-3E98-D08D-CD67-78E1B772D4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0015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7EEF5-EF33-D6E6-BED1-A03E315F239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71067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Bright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9CBE-BF20-3B1E-E8A0-80E67BF06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 + image slide click to add heading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E36660-A957-9FF1-7D2F-640E04060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8A8D6DC-22A4-B1EA-0048-DA6F789F16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  <a:solidFill>
            <a:schemeClr val="tx2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85F134E-D8E1-D5FF-F424-5208C8D7FB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895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800" spc="30" baseline="0"/>
            </a:lvl1pPr>
          </a:lstStyle>
          <a:p>
            <a:r>
              <a:rPr lang="en-GB"/>
              <a:t>Divider title here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870610" cy="81250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4800" b="1" i="0" spc="-100" baseline="0">
                <a:solidFill>
                  <a:schemeClr val="bg1"/>
                </a:solidFill>
                <a:latin typeface="Franklin Gothic Demi Cond" panose="020B0603020102020204" pitchFamily="34" charset="0"/>
              </a:defRPr>
            </a:lvl1pPr>
          </a:lstStyle>
          <a:p>
            <a:pPr lvl="0"/>
            <a:r>
              <a:rPr lang="en-GB" kern="0"/>
              <a:t>01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339700-8A87-A56F-068A-B414F7B8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43404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1" y="827479"/>
            <a:ext cx="8007827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400" spc="30" baseline="0"/>
            </a:lvl1pPr>
          </a:lstStyle>
          <a:p>
            <a:r>
              <a:rPr lang="en-GB"/>
              <a:t>Large statement – as appropriate in </a:t>
            </a:r>
            <a:br>
              <a:rPr lang="en-GB"/>
            </a:br>
            <a:r>
              <a:rPr lang="en-GB"/>
              <a:t>key statements and quotes, a key</a:t>
            </a:r>
            <a:br>
              <a:rPr lang="en-GB"/>
            </a:br>
            <a:r>
              <a:rPr lang="en-GB"/>
              <a:t>word or short phrase may be in another colour for emphasis.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9576D6-8BDC-98B3-FD5A-1B5D926A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9296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75A2F-7632-315E-11A0-5168F3DB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639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320F0F-DA8D-15A9-C6E9-20829F6D3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08140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>
            <a:extLst>
              <a:ext uri="{FF2B5EF4-FFF2-40B4-BE49-F238E27FC236}">
                <a16:creationId xmlns:a16="http://schemas.microsoft.com/office/drawing/2014/main" id="{299AEC20-E69A-76BA-0914-D0136AF0B595}"/>
              </a:ext>
            </a:extLst>
          </p:cNvPr>
          <p:cNvSpPr/>
          <p:nvPr userDrawn="1"/>
        </p:nvSpPr>
        <p:spPr bwMode="auto">
          <a:xfrm>
            <a:off x="2488117" y="-1"/>
            <a:ext cx="6655873" cy="5143501"/>
          </a:xfrm>
          <a:custGeom>
            <a:avLst/>
            <a:gdLst>
              <a:gd name="connsiteX0" fmla="*/ 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0 w 3413156"/>
              <a:gd name="connsiteY4" fmla="*/ 0 h 3576119"/>
              <a:gd name="connsiteX0" fmla="*/ 2064190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064190 w 3413156"/>
              <a:gd name="connsiteY4" fmla="*/ 0 h 3576119"/>
              <a:gd name="connsiteX0" fmla="*/ 1954632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1954632 w 3413156"/>
              <a:gd name="connsiteY4" fmla="*/ 0 h 3576119"/>
              <a:gd name="connsiteX0" fmla="*/ 2152679 w 3413156"/>
              <a:gd name="connsiteY0" fmla="*/ 0 h 3576119"/>
              <a:gd name="connsiteX1" fmla="*/ 3413156 w 3413156"/>
              <a:gd name="connsiteY1" fmla="*/ 0 h 3576119"/>
              <a:gd name="connsiteX2" fmla="*/ 3413156 w 3413156"/>
              <a:gd name="connsiteY2" fmla="*/ 3576119 h 3576119"/>
              <a:gd name="connsiteX3" fmla="*/ 0 w 3413156"/>
              <a:gd name="connsiteY3" fmla="*/ 3576119 h 3576119"/>
              <a:gd name="connsiteX4" fmla="*/ 2152679 w 3413156"/>
              <a:gd name="connsiteY4" fmla="*/ 0 h 3576119"/>
              <a:gd name="connsiteX0" fmla="*/ 1773439 w 3033916"/>
              <a:gd name="connsiteY0" fmla="*/ 0 h 3576119"/>
              <a:gd name="connsiteX1" fmla="*/ 3033916 w 3033916"/>
              <a:gd name="connsiteY1" fmla="*/ 0 h 3576119"/>
              <a:gd name="connsiteX2" fmla="*/ 3033916 w 3033916"/>
              <a:gd name="connsiteY2" fmla="*/ 3576119 h 3576119"/>
              <a:gd name="connsiteX3" fmla="*/ 0 w 3033916"/>
              <a:gd name="connsiteY3" fmla="*/ 3576119 h 3576119"/>
              <a:gd name="connsiteX4" fmla="*/ 1773439 w 3033916"/>
              <a:gd name="connsiteY4" fmla="*/ 0 h 3576119"/>
              <a:gd name="connsiteX0" fmla="*/ 1832432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32432 w 3092909"/>
              <a:gd name="connsiteY4" fmla="*/ 0 h 3576119"/>
              <a:gd name="connsiteX0" fmla="*/ 1899853 w 3092909"/>
              <a:gd name="connsiteY0" fmla="*/ 0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899853 w 3092909"/>
              <a:gd name="connsiteY4" fmla="*/ 0 h 3576119"/>
              <a:gd name="connsiteX0" fmla="*/ 1954632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54632 w 3092909"/>
              <a:gd name="connsiteY4" fmla="*/ 6294 h 3576119"/>
              <a:gd name="connsiteX0" fmla="*/ 1946204 w 3092909"/>
              <a:gd name="connsiteY0" fmla="*/ 6294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6204 w 3092909"/>
              <a:gd name="connsiteY4" fmla="*/ 6294 h 3576119"/>
              <a:gd name="connsiteX0" fmla="*/ 1947854 w 3092909"/>
              <a:gd name="connsiteY0" fmla="*/ 1366 h 3576119"/>
              <a:gd name="connsiteX1" fmla="*/ 3092909 w 3092909"/>
              <a:gd name="connsiteY1" fmla="*/ 0 h 3576119"/>
              <a:gd name="connsiteX2" fmla="*/ 3092909 w 3092909"/>
              <a:gd name="connsiteY2" fmla="*/ 3576119 h 3576119"/>
              <a:gd name="connsiteX3" fmla="*/ 0 w 3092909"/>
              <a:gd name="connsiteY3" fmla="*/ 3576119 h 3576119"/>
              <a:gd name="connsiteX4" fmla="*/ 1947854 w 3092909"/>
              <a:gd name="connsiteY4" fmla="*/ 1366 h 3576119"/>
              <a:gd name="connsiteX0" fmla="*/ 1952802 w 3097857"/>
              <a:gd name="connsiteY0" fmla="*/ 1366 h 3576119"/>
              <a:gd name="connsiteX1" fmla="*/ 3097857 w 3097857"/>
              <a:gd name="connsiteY1" fmla="*/ 0 h 3576119"/>
              <a:gd name="connsiteX2" fmla="*/ 3097857 w 3097857"/>
              <a:gd name="connsiteY2" fmla="*/ 3576119 h 3576119"/>
              <a:gd name="connsiteX3" fmla="*/ 0 w 3097857"/>
              <a:gd name="connsiteY3" fmla="*/ 3573655 h 3576119"/>
              <a:gd name="connsiteX4" fmla="*/ 1952802 w 3097857"/>
              <a:gd name="connsiteY4" fmla="*/ 1366 h 3576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7857" h="3576119">
                <a:moveTo>
                  <a:pt x="1952802" y="1366"/>
                </a:moveTo>
                <a:lnTo>
                  <a:pt x="3097857" y="0"/>
                </a:lnTo>
                <a:lnTo>
                  <a:pt x="3097857" y="3576119"/>
                </a:lnTo>
                <a:lnTo>
                  <a:pt x="0" y="3573655"/>
                </a:lnTo>
                <a:lnTo>
                  <a:pt x="1952802" y="136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A484BA5-875A-D74A-7BD5-38732DDD17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75A2F-7632-315E-11A0-5168F3DB2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639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2F907-E909-A175-78A6-75C3EC200F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1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94100-8579-C1B7-5012-34472E8E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639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202294-1095-48AD-0DEA-06B6C6EEB4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4970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Image 2 - Sand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AC4FFD99-1A12-7365-A732-1AD2E9BF8B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DC92CB0-F542-88C1-CCB5-F5AAFD2386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5"/>
            <a:ext cx="4052313" cy="7315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494100-8579-C1B7-5012-34472E8E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639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F49EAE-07C5-4961-EE2B-CB61098B0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5850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White">
    <p:bg>
      <p:bgPr>
        <a:blipFill dpi="0" rotWithShape="1">
          <a:blip r:embed="rId3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36C7D07-929F-792D-E6E6-3F2929CF5A0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85894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04" imgH="405" progId="TCLayout.ActiveDocument.1">
                  <p:embed/>
                </p:oleObj>
              </mc:Choice>
              <mc:Fallback>
                <p:oleObj name="thinkcell Slide" r:id="rId4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36C7D07-929F-792D-E6E6-3F2929CF5A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CFD129-1E84-D3A9-D2DF-2DEC990595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802931" cy="73155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4332F21-7BDB-D056-0E1A-62F4BF7005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  <a:noFill/>
        </p:spPr>
        <p:txBody>
          <a:bodyPr vert="horz"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7D80D1E-EA32-17FA-B65B-28148F89D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8914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</p:spTree>
    <p:extLst>
      <p:ext uri="{BB962C8B-B14F-4D97-AF65-F5344CB8AC3E}">
        <p14:creationId xmlns:p14="http://schemas.microsoft.com/office/powerpoint/2010/main" val="2650785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1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5AB7B-2AA9-D336-C88A-AEC55A59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808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A721DE-5D37-9BCC-D371-574C6E5659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3869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2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3544" cy="7312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25AB7B-2AA9-D336-C88A-AEC55A59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808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63E165-1D48-55A4-852A-CD47843B8C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8127" y="0"/>
            <a:ext cx="6655873" cy="51435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01800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Bright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8D05E4-9E0C-8925-BA90-CAC43ADCD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4186238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4E81525E-3A88-AAC3-269E-4286D3653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87AC02-C287-EB33-BDB2-24EC57688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4377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</p:spTree>
    <p:extLst>
      <p:ext uri="{BB962C8B-B14F-4D97-AF65-F5344CB8AC3E}">
        <p14:creationId xmlns:p14="http://schemas.microsoft.com/office/powerpoint/2010/main" val="1023905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no Image –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1D9FD767-AE4F-7D27-092F-2BE70CAFF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9" y="2814616"/>
            <a:ext cx="3367605" cy="731294"/>
          </a:xfrm>
        </p:spPr>
        <p:txBody>
          <a:bodyPr>
            <a:noAutofit/>
          </a:bodyPr>
          <a:lstStyle>
            <a:lvl1pPr>
              <a:defRPr sz="22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itle 13">
            <a:extLst>
              <a:ext uri="{FF2B5EF4-FFF2-40B4-BE49-F238E27FC236}">
                <a16:creationId xmlns:a16="http://schemas.microsoft.com/office/drawing/2014/main" id="{73449B55-E9E7-5A13-D626-B9512C83B6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2809" y="1166332"/>
            <a:ext cx="4504424" cy="1940767"/>
          </a:xfrm>
        </p:spPr>
        <p:txBody>
          <a:bodyPr/>
          <a:lstStyle/>
          <a:p>
            <a:r>
              <a:rPr lang="en-GB"/>
              <a:t>Click to add</a:t>
            </a:r>
            <a:br>
              <a:rPr lang="en-GB"/>
            </a:br>
            <a:r>
              <a:rPr lang="en-GB"/>
              <a:t>title</a:t>
            </a:r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38AF3E-A738-AA06-896A-BB7CE91D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809" y="3556891"/>
            <a:ext cx="3086100" cy="274637"/>
          </a:xfrm>
        </p:spPr>
        <p:txBody>
          <a:bodyPr/>
          <a:lstStyle/>
          <a:p>
            <a:r>
              <a:rPr lang="en-US"/>
              <a:t>Insert date here</a:t>
            </a:r>
          </a:p>
        </p:txBody>
      </p:sp>
    </p:spTree>
    <p:extLst>
      <p:ext uri="{BB962C8B-B14F-4D97-AF65-F5344CB8AC3E}">
        <p14:creationId xmlns:p14="http://schemas.microsoft.com/office/powerpoint/2010/main" val="1118543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65400"/>
            <a:ext cx="6786563" cy="29670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EAAFC098-C02F-9AF6-D335-ABF4DC8E2D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41730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9985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Whit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98611-05E5-3C58-6976-C402E44F5C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96C71A2-DB3B-7E3C-CEB1-309123E104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0907" y="1212980"/>
            <a:ext cx="1762179" cy="1902136"/>
          </a:xfrm>
          <a:prstGeom prst="rect">
            <a:avLst/>
          </a:prstGeom>
        </p:spPr>
      </p:pic>
      <p:sp>
        <p:nvSpPr>
          <p:cNvPr id="6" name="Title 13">
            <a:extLst>
              <a:ext uri="{FF2B5EF4-FFF2-40B4-BE49-F238E27FC236}">
                <a16:creationId xmlns:a16="http://schemas.microsoft.com/office/drawing/2014/main" id="{ED555E62-9954-370D-93EE-6E25E80F0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18" y="2298215"/>
            <a:ext cx="5896591" cy="706243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5000" spc="30" baseline="0"/>
            </a:lvl1pPr>
          </a:lstStyle>
          <a:p>
            <a:r>
              <a:rPr lang="en-GB"/>
              <a:t>Divider title here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B95D9-19B0-A38C-196A-C9FAF09E36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8708" y="1322516"/>
            <a:ext cx="870610" cy="812508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5000" b="1">
                <a:latin typeface="National 2 Condensed" panose="020B0506030502020203" pitchFamily="34" charset="77"/>
              </a:defRPr>
            </a:lvl1pPr>
          </a:lstStyle>
          <a:p>
            <a:pPr lvl="0"/>
            <a:r>
              <a:rPr lang="en-GB" kern="0"/>
              <a:t>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3535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ement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3">
            <a:extLst>
              <a:ext uri="{FF2B5EF4-FFF2-40B4-BE49-F238E27FC236}">
                <a16:creationId xmlns:a16="http://schemas.microsoft.com/office/drawing/2014/main" id="{F69B99A2-FCDD-5902-BFD9-294E7BE4E4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662" y="827479"/>
            <a:ext cx="7752608" cy="3283272"/>
          </a:xfrm>
        </p:spPr>
        <p:txBody>
          <a:bodyPr>
            <a:noAutofit/>
          </a:bodyPr>
          <a:lstStyle>
            <a:lvl1pPr>
              <a:lnSpc>
                <a:spcPts val="4800"/>
              </a:lnSpc>
              <a:defRPr sz="4500" spc="30" baseline="0"/>
            </a:lvl1pPr>
          </a:lstStyle>
          <a:p>
            <a:r>
              <a:rPr lang="en-GB"/>
              <a:t>Large statement – as appropriate in </a:t>
            </a:r>
            <a:br>
              <a:rPr lang="en-GB"/>
            </a:br>
            <a:r>
              <a:rPr lang="en-GB"/>
              <a:t>key statements and quotes, a key</a:t>
            </a:r>
            <a:br>
              <a:rPr lang="en-GB"/>
            </a:br>
            <a:r>
              <a:rPr lang="en-GB"/>
              <a:t>word or short phrase may be in another colour for emphasis.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424-9FDB-4BC9-F026-99764529A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5999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710D29-8FDE-D921-0D43-770033C84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Text-only slide click to add 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71717DE-D314-E6D0-15BF-02BA45D21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9"/>
            <a:ext cx="7104063" cy="3225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F1CD38-8875-7F6A-99D6-37478E2772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6344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+ Image - Limeston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0521A-A469-4C8C-CC18-D141A4A18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1" y="858837"/>
            <a:ext cx="4021494" cy="36198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2BE10F-D42D-EC88-EBF1-C585D7897E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Text + image slide click to add heading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20421A-2C30-2261-FB50-82E422D58C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5925" y="858838"/>
            <a:ext cx="3613150" cy="3340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86EF1-5F6B-51A0-1127-7CEF29CDBF2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50583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or Diagram - no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9144000" cy="4264818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800" i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Drag or insert image/chart/table </a:t>
            </a:r>
          </a:p>
          <a:p>
            <a:r>
              <a:rPr lang="en-US"/>
              <a:t>to placeholder. </a:t>
            </a:r>
          </a:p>
          <a:p>
            <a:r>
              <a:rPr lang="en-US"/>
              <a:t>Or c</a:t>
            </a:r>
            <a:r>
              <a:rPr lang="en-AU"/>
              <a:t>lick icon to add.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A1C3A61-2390-9132-8B81-AA738364A2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B6E7548E-CC21-1955-9266-E702601FC0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Roboto Serif 20pt" pitchFamily="2" charset="77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/>
              <a:t>Click to add optional footnote, delete if not required</a:t>
            </a:r>
          </a:p>
        </p:txBody>
      </p:sp>
    </p:spTree>
    <p:extLst>
      <p:ext uri="{BB962C8B-B14F-4D97-AF65-F5344CB8AC3E}">
        <p14:creationId xmlns:p14="http://schemas.microsoft.com/office/powerpoint/2010/main" val="96601110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or Diagram - with tex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503854" y="1315617"/>
            <a:ext cx="8136293" cy="2949201"/>
          </a:xfrm>
          <a:prstGeom prst="rect">
            <a:avLst/>
          </a:prstGeom>
        </p:spPr>
        <p:txBody>
          <a:bodyPr vert="horz" anchor="ctr"/>
          <a:lstStyle>
            <a:lvl1pPr marL="0" indent="0" algn="ctr">
              <a:buNone/>
              <a:defRPr sz="1800" i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Drag or insert image/chart/table </a:t>
            </a:r>
          </a:p>
          <a:p>
            <a:r>
              <a:rPr lang="en-US"/>
              <a:t>to placeholder. </a:t>
            </a:r>
          </a:p>
          <a:p>
            <a:r>
              <a:rPr lang="en-US"/>
              <a:t>Or c</a:t>
            </a:r>
            <a:r>
              <a:rPr lang="en-AU"/>
              <a:t>lick icon to add.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1BB7DE-429E-3917-ED2C-03535E430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6217" y="171520"/>
            <a:ext cx="4034485" cy="864178"/>
          </a:xfrm>
        </p:spPr>
        <p:txBody>
          <a:bodyPr/>
          <a:lstStyle/>
          <a:p>
            <a:r>
              <a:rPr lang="en-GB"/>
              <a:t>Click to add heading</a:t>
            </a:r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ED14B4E-D640-322D-1D48-021319DC50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80114" y="4742837"/>
            <a:ext cx="3613150" cy="20239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800">
                <a:latin typeface="Roboto Serif 20pt" pitchFamily="2" charset="77"/>
                <a:cs typeface="Roboto Serif 20pt" pitchFamily="2" charset="77"/>
              </a:defRPr>
            </a:lvl1pPr>
            <a:lvl2pPr>
              <a:defRPr/>
            </a:lvl2pPr>
            <a:lvl5pPr marL="665163" indent="0">
              <a:buNone/>
              <a:defRPr/>
            </a:lvl5pPr>
          </a:lstStyle>
          <a:p>
            <a:pPr lvl="0"/>
            <a:r>
              <a:rPr lang="en-GB"/>
              <a:t>Click to add optional footnote, delete if not required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2F40294-C814-063D-2A43-E8DB14A05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02530" y="184421"/>
            <a:ext cx="3437617" cy="10658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>
                <a:latin typeface="Roboto Serif 20pt" pitchFamily="2" charset="77"/>
                <a:cs typeface="Roboto Serif 20pt" pitchFamily="2" charset="77"/>
              </a:defRPr>
            </a:lvl1pPr>
            <a:lvl2pPr>
              <a:defRPr/>
            </a:lvl2pPr>
            <a:lvl3pPr>
              <a:defRPr sz="1100"/>
            </a:lvl3pPr>
            <a:lvl5pPr marL="665163" indent="0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2"/>
            <a:r>
              <a:rPr lang="en-GB"/>
              <a:t>Bullet point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0560318-7321-E90D-0986-C2F92697D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95580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9.xml"/><Relationship Id="rId7" Type="http://schemas.openxmlformats.org/officeDocument/2006/relationships/tags" Target="../tags/tag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oleObject" Target="../embeddings/oleObject5.bin"/><Relationship Id="rId5" Type="http://schemas.openxmlformats.org/officeDocument/2006/relationships/slideLayout" Target="../slideLayouts/slideLayout20.xml"/><Relationship Id="rId10" Type="http://schemas.openxmlformats.org/officeDocument/2006/relationships/tags" Target="../tags/tag6.xml"/><Relationship Id="rId4" Type="http://schemas.openxmlformats.org/officeDocument/2006/relationships/slideLayout" Target="../slideLayouts/slideLayout19.xml"/><Relationship Id="rId9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68450E-FD2C-0558-E152-8BC70035BBC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03902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9" imgW="411" imgH="411" progId="TCLayout.ActiveDocument.1">
                  <p:embed/>
                </p:oleObj>
              </mc:Choice>
              <mc:Fallback>
                <p:oleObj name="thinkcell Slide" r:id="rId9" imgW="411" imgH="41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68450E-FD2C-0558-E152-8BC70035BB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100382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064F-F544-3C75-FE0D-F329C12CE9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7550" y="4730314"/>
            <a:ext cx="36585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fld id="{4DAFC9CC-EAF1-6147-9D8E-382CC0E67FF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4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74" r:id="rId3"/>
    <p:sldLayoutId id="2147483692" r:id="rId4"/>
    <p:sldLayoutId id="2147483693" r:id="rId5"/>
    <p:sldLayoutId id="2147483649" r:id="rId6"/>
  </p:sldLayoutIdLst>
  <p:transition/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500" b="1" i="0" spc="-40" baseline="0">
          <a:solidFill>
            <a:schemeClr val="bg1"/>
          </a:solidFill>
          <a:latin typeface="Franklin Gothic Demi Cond" panose="020B0603020102020204" pitchFamily="34" charset="0"/>
          <a:ea typeface="Franklin Gothic Demi Cond" panose="020B0603020102020204" pitchFamily="34" charset="0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None/>
        <a:defRPr sz="1200" b="0" i="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1pPr>
      <a:lvl2pPr marL="7938" indent="0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2pPr>
      <a:lvl3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•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3pPr>
      <a:lvl4pPr marL="222250" indent="-2143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–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4pPr>
      <a:lvl5pPr marL="239713" indent="-239713" algn="l" rtl="0" eaLnBrk="1" fontAlgn="base" hangingPunct="1">
        <a:lnSpc>
          <a:spcPts val="1680"/>
        </a:lnSpc>
        <a:spcBef>
          <a:spcPct val="20000"/>
        </a:spcBef>
        <a:spcAft>
          <a:spcPct val="0"/>
        </a:spcAft>
        <a:buChar char="»"/>
        <a:tabLst/>
        <a:defRPr sz="1200" spc="30" baseline="0">
          <a:solidFill>
            <a:schemeClr val="bg1"/>
          </a:solidFill>
          <a:latin typeface="Georgia" panose="02040502050405020303" pitchFamily="18" charset="0"/>
          <a:ea typeface="Georgia" panose="02040502050405020303" pitchFamily="18" charset="0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5D2DBCB-9906-B796-6BC6-DC9BF8FF21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3715464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8" imgW="411" imgH="411" progId="TCLayout.ActiveDocument.1">
                  <p:embed/>
                </p:oleObj>
              </mc:Choice>
              <mc:Fallback>
                <p:oleObj name="thinkcell Slide" r:id="rId8" imgW="411" imgH="41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D2DBCB-9906-B796-6BC6-DC9BF8FF21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19578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subheading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C55A3-DF74-C40B-D50D-8487901337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0" y="366187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30" baseline="0">
                <a:solidFill>
                  <a:schemeClr val="tx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r>
              <a:rPr lang="en-US"/>
              <a:t>Insert date here</a:t>
            </a:r>
          </a:p>
        </p:txBody>
      </p:sp>
    </p:spTree>
    <p:extLst>
      <p:ext uri="{BB962C8B-B14F-4D97-AF65-F5344CB8AC3E}">
        <p14:creationId xmlns:p14="http://schemas.microsoft.com/office/powerpoint/2010/main" val="23646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58" r:id="rId2"/>
    <p:sldLayoutId id="2147483696" r:id="rId3"/>
    <p:sldLayoutId id="2147483698" r:id="rId4"/>
    <p:sldLayoutId id="2147483690" r:id="rId5"/>
  </p:sldLayoutIdLst>
  <p:hf hdr="0" dt="0"/>
  <p:txStyles>
    <p:titleStyle>
      <a:lvl1pPr algn="l" defTabSz="914400" rtl="0" eaLnBrk="1" latinLnBrk="0" hangingPunct="1">
        <a:lnSpc>
          <a:spcPts val="4900"/>
        </a:lnSpc>
        <a:spcBef>
          <a:spcPct val="0"/>
        </a:spcBef>
        <a:buNone/>
        <a:defRPr sz="5200" b="1" i="0" kern="1200" spc="-40" baseline="0">
          <a:solidFill>
            <a:srgbClr val="140F50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b="0" i="0" kern="1200" spc="-30" baseline="0">
          <a:solidFill>
            <a:schemeClr val="tx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7937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000" kern="1200" spc="30" baseline="0">
          <a:solidFill>
            <a:srgbClr val="140F50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CEC78E2-F31A-389B-2A3A-C2180E8586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4185802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7" imgW="411" imgH="411" progId="TCLayout.ActiveDocument.1">
                  <p:embed/>
                </p:oleObj>
              </mc:Choice>
              <mc:Fallback>
                <p:oleObj name="thinkcell Slide" r:id="rId7" imgW="411" imgH="41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EC78E2-F31A-389B-2A3A-C2180E858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8B126-B6E8-5D02-ECA8-665E6F68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DF7CE-40BE-91A1-F30E-4345B832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3525"/>
            <a:ext cx="7886700" cy="225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subheading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B0524-D4F9-EBBF-8387-9797FCD65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0" y="3876544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30" baseline="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</a:lstStyle>
          <a:p>
            <a:r>
              <a:rPr lang="en-US"/>
              <a:t>Insert date here</a:t>
            </a:r>
          </a:p>
        </p:txBody>
      </p:sp>
    </p:spTree>
    <p:extLst>
      <p:ext uri="{BB962C8B-B14F-4D97-AF65-F5344CB8AC3E}">
        <p14:creationId xmlns:p14="http://schemas.microsoft.com/office/powerpoint/2010/main" val="183635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9" r:id="rId2"/>
    <p:sldLayoutId id="2147483689" r:id="rId3"/>
    <p:sldLayoutId id="2147483691" r:id="rId4"/>
  </p:sldLayoutIdLst>
  <p:hf hdr="0" dt="0"/>
  <p:txStyles>
    <p:titleStyle>
      <a:lvl1pPr algn="l" defTabSz="914400" rtl="0" eaLnBrk="1" latinLnBrk="0" hangingPunct="1">
        <a:lnSpc>
          <a:spcPts val="5000"/>
        </a:lnSpc>
        <a:spcBef>
          <a:spcPct val="0"/>
        </a:spcBef>
        <a:buNone/>
        <a:defRPr sz="5200" b="1" i="0" kern="1200" spc="-40" baseline="0">
          <a:solidFill>
            <a:schemeClr val="bg1"/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200" b="0" i="0" kern="1200" spc="-30" baseline="0">
          <a:solidFill>
            <a:schemeClr val="accent2"/>
          </a:solidFill>
          <a:latin typeface="Franklin Gothic Medium Cond" panose="020B06060304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2pPr>
      <a:lvl3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3pPr>
      <a:lvl4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4pPr>
      <a:lvl5pPr marL="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tabLst/>
        <a:defRPr sz="1200" kern="1200" spc="30" baseline="0">
          <a:solidFill>
            <a:schemeClr val="bg1"/>
          </a:solidFill>
          <a:latin typeface="Georgia" panose="02040502050405020303" pitchFamily="18" charset="0"/>
          <a:ea typeface="+mn-ea"/>
          <a:cs typeface="Roboto Serif 20p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3AB71C8-8AF3-D750-2C6E-7D56A64D23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93184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11" imgW="411" imgH="411" progId="TCLayout.ActiveDocument.1">
                  <p:embed/>
                </p:oleObj>
              </mc:Choice>
              <mc:Fallback>
                <p:oleObj name="thinkcell Slide" r:id="rId11" imgW="411" imgH="41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3AB71C8-8AF3-D750-2C6E-7D56A64D23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1" name="Text Box 17"/>
          <p:cNvSpPr txBox="1">
            <a:spLocks noChangeArrowheads="1"/>
          </p:cNvSpPr>
          <p:nvPr/>
        </p:nvSpPr>
        <p:spPr bwMode="auto">
          <a:xfrm>
            <a:off x="2971800" y="290514"/>
            <a:ext cx="32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BB730-96BC-DAF5-7747-B3407F71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7" y="171520"/>
            <a:ext cx="7886700" cy="4616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BFE83-9705-00DD-1DD1-27D362C1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217" y="1072389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EE0B90A-D564-CD99-7A5C-25B9544D82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8269" y="4729559"/>
            <a:ext cx="4558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Roboto Serif 20pt" pitchFamily="2" charset="77"/>
                <a:cs typeface="Roboto Serif 20pt" pitchFamily="2" charset="77"/>
              </a:defRPr>
            </a:lvl1pPr>
          </a:lstStyle>
          <a:p>
            <a:fld id="{C3F62AED-D9F3-3244-98A0-8AC49C77FE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194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</p:sldLayoutIdLst>
  <p:transition/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700" b="1">
          <a:solidFill>
            <a:srgbClr val="140F50"/>
          </a:solidFill>
          <a:latin typeface="National 2 Condensed" panose="020B0506030502020203" pitchFamily="34" charset="77"/>
          <a:ea typeface="National 2 Condensed" panose="020B0506030502020203" pitchFamily="34" charset="77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pitchFamily="-65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0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None/>
        <a:defRPr sz="1200" b="0" i="0">
          <a:solidFill>
            <a:schemeClr val="tx1"/>
          </a:solidFill>
          <a:latin typeface="Roboto Serif 20pt" pitchFamily="2" charset="77"/>
          <a:ea typeface="Roboto Serif 20pt" pitchFamily="2" charset="77"/>
          <a:cs typeface="Roboto Serif 20pt" pitchFamily="2" charset="77"/>
        </a:defRPr>
      </a:lvl1pPr>
      <a:lvl2pPr marL="7938" indent="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SzPct val="110000"/>
        <a:buFont typeface="Arial" panose="020B0604020202020204" pitchFamily="34" charset="0"/>
        <a:buNone/>
        <a:tabLst/>
        <a:defRPr sz="1200">
          <a:solidFill>
            <a:schemeClr val="tx1"/>
          </a:solidFill>
          <a:latin typeface="Roboto Serif 20pt" pitchFamily="2" charset="77"/>
          <a:ea typeface="Roboto Serif 20pt" pitchFamily="2" charset="77"/>
          <a:cs typeface="Roboto Serif 20pt" pitchFamily="2" charset="77"/>
        </a:defRPr>
      </a:lvl2pPr>
      <a:lvl3pPr marL="222250" indent="-222250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•"/>
        <a:tabLst/>
        <a:defRPr sz="1200">
          <a:solidFill>
            <a:schemeClr val="tx1"/>
          </a:solidFill>
          <a:latin typeface="Roboto Serif 20pt" pitchFamily="2" charset="77"/>
          <a:ea typeface="Roboto Serif 20pt" pitchFamily="2" charset="77"/>
          <a:cs typeface="Roboto Serif 20pt" pitchFamily="2" charset="77"/>
        </a:defRPr>
      </a:lvl3pPr>
      <a:lvl4pPr marL="222250" indent="-2143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–"/>
        <a:tabLst/>
        <a:defRPr sz="1200">
          <a:solidFill>
            <a:schemeClr val="tx1"/>
          </a:solidFill>
          <a:latin typeface="Roboto Serif 20pt" pitchFamily="2" charset="77"/>
          <a:ea typeface="Roboto Serif 20pt" pitchFamily="2" charset="77"/>
          <a:cs typeface="Roboto Serif 20pt" pitchFamily="2" charset="77"/>
        </a:defRPr>
      </a:lvl4pPr>
      <a:lvl5pPr marL="239713" indent="-239713" algn="l" rtl="0" eaLnBrk="1" fontAlgn="base" hangingPunct="1">
        <a:lnSpc>
          <a:spcPts val="1780"/>
        </a:lnSpc>
        <a:spcBef>
          <a:spcPct val="20000"/>
        </a:spcBef>
        <a:spcAft>
          <a:spcPct val="0"/>
        </a:spcAft>
        <a:buChar char="»"/>
        <a:tabLst/>
        <a:defRPr sz="1200">
          <a:solidFill>
            <a:schemeClr val="tx1"/>
          </a:solidFill>
          <a:latin typeface="Roboto Serif 20pt" pitchFamily="2" charset="77"/>
          <a:ea typeface="Roboto Serif 20pt" pitchFamily="2" charset="77"/>
          <a:cs typeface="Roboto Serif 20pt" pitchFamily="2" charset="77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37.jpeg"/><Relationship Id="rId18" Type="http://schemas.openxmlformats.org/officeDocument/2006/relationships/image" Target="../media/image42.jpeg"/><Relationship Id="rId3" Type="http://schemas.openxmlformats.org/officeDocument/2006/relationships/diagramLayout" Target="../diagrams/layout1.xml"/><Relationship Id="rId21" Type="http://schemas.openxmlformats.org/officeDocument/2006/relationships/image" Target="../media/image45.png"/><Relationship Id="rId7" Type="http://schemas.openxmlformats.org/officeDocument/2006/relationships/diagramData" Target="../diagrams/data2.xml"/><Relationship Id="rId12" Type="http://schemas.openxmlformats.org/officeDocument/2006/relationships/image" Target="../media/image36.png"/><Relationship Id="rId17" Type="http://schemas.openxmlformats.org/officeDocument/2006/relationships/image" Target="../media/image41.jpeg"/><Relationship Id="rId2" Type="http://schemas.openxmlformats.org/officeDocument/2006/relationships/diagramData" Target="../diagrams/data1.xml"/><Relationship Id="rId16" Type="http://schemas.openxmlformats.org/officeDocument/2006/relationships/image" Target="../media/image40.jpe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39.jpeg"/><Relationship Id="rId10" Type="http://schemas.openxmlformats.org/officeDocument/2006/relationships/diagramColors" Target="../diagrams/colors2.xml"/><Relationship Id="rId19" Type="http://schemas.openxmlformats.org/officeDocument/2006/relationships/image" Target="../media/image43.jpeg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4.00806v6#bib.bib63" TargetMode="External"/><Relationship Id="rId2" Type="http://schemas.openxmlformats.org/officeDocument/2006/relationships/hyperlink" Target="https://doi.org/10.1287/mnsc.2022.02462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2.png"/><Relationship Id="rId5" Type="http://schemas.openxmlformats.org/officeDocument/2006/relationships/hyperlink" Target="https://doi.org/10.21203/rs.3.rs-8042139/v1" TargetMode="External"/><Relationship Id="rId4" Type="http://schemas.openxmlformats.org/officeDocument/2006/relationships/hyperlink" Target="https://arxiv.org/abs/2607.20349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5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OPENING REMARKS  ·  THURSDAY, OCTOBER 15  ·  9:00 AM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pic>
        <p:nvPicPr>
          <p:cNvPr id="10" name="Picture 9" descr="celen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23774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1520" y="1097280"/>
            <a:ext cx="2377440" cy="237744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i="0">
                <a:solidFill>
                  <a:srgbClr val="FFFFFF"/>
                </a:solidFill>
                <a:latin typeface="Georgia"/>
              </a:rPr>
              <a:t>Chris Celenza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Dean, Krieger School of Arts and Sciences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Johns Hopkins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OPENING REMARKS  ·  THURSDAY, OCTOBER 15  ·  9:00 AM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pic>
        <p:nvPicPr>
          <p:cNvPr id="10" name="Picture 9" descr="lo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23774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1520" y="1097280"/>
            <a:ext cx="2377440" cy="237744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i="0">
                <a:solidFill>
                  <a:srgbClr val="FFFFFF"/>
                </a:solidFill>
                <a:latin typeface="Georgia"/>
              </a:rPr>
              <a:t>Louis Hyman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Dorothy Ross Professor of History, Johns Hopkins University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Director, Center for Economy and Society, SNF Agora Institute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l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4213D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i="0">
                <a:solidFill>
                  <a:srgbClr val="FFFFFF"/>
                </a:solidFill>
                <a:latin typeface="Georgia"/>
              </a:rPr>
              <a:t>MS Oxford, Bodleian Library, MS. Canon. Bibl. Lat. 61, fol. 10r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OPENING PLENARY  ·  THURSDAY, OCTOBER 15  ·  9:30 AM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pic>
        <p:nvPicPr>
          <p:cNvPr id="10" name="Picture 9" descr="h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23774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1520" y="1097280"/>
            <a:ext cx="2377440" cy="237744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i="0">
                <a:solidFill>
                  <a:srgbClr val="FFFFFF"/>
                </a:solidFill>
                <a:latin typeface="Georgia"/>
              </a:rPr>
              <a:t>Marnie Hughes-Warrington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Bradley Distinguished Professor</a:t>
            </a:r>
          </a:p>
          <a:p>
            <a:pPr algn="l">
              <a:spcAft>
                <a:spcPts val="14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University of Adelaide</a:t>
            </a:r>
          </a:p>
          <a:p>
            <a:pPr algn="l">
              <a:spcAft>
                <a:spcPts val="0"/>
              </a:spcAft>
            </a:pPr>
            <a:r>
              <a:rPr sz="2000" i="1">
                <a:solidFill>
                  <a:srgbClr val="FFFFFF"/>
                </a:solidFill>
                <a:latin typeface="Georgia"/>
              </a:rPr>
              <a:t>AI and the Misrepresentation of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897E74-867D-7D24-DA9B-56FF37EF38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2807" y="3015629"/>
            <a:ext cx="6628073" cy="731294"/>
          </a:xfrm>
        </p:spPr>
        <p:txBody>
          <a:bodyPr/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Distinguished Professor Marnie Hughes-Warrington AO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American Historical Association and Johns Hopkins University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AI and History Conference  Plenary, October 2026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70454-0FE7-28D2-F33E-770EBC03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08" y="1367345"/>
            <a:ext cx="8165584" cy="164828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Algorithmic History Wars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496F2-B657-8F66-E5F4-50D6BBD2657F}"/>
              </a:ext>
            </a:extLst>
          </p:cNvPr>
          <p:cNvSpPr txBox="1"/>
          <p:nvPr/>
        </p:nvSpPr>
        <p:spPr>
          <a:xfrm>
            <a:off x="4216998" y="4294581"/>
            <a:ext cx="46150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>
                <a:solidFill>
                  <a:schemeClr val="bg1"/>
                </a:solidFill>
              </a:rPr>
              <a:t>Statement on the use of AI</a:t>
            </a:r>
            <a:endParaRPr lang="en-AU" sz="1400" dirty="0">
              <a:solidFill>
                <a:schemeClr val="bg1"/>
              </a:solidFill>
            </a:endParaRPr>
          </a:p>
          <a:p>
            <a:r>
              <a:rPr lang="en-AU" sz="1400" dirty="0">
                <a:solidFill>
                  <a:schemeClr val="bg1"/>
                </a:solidFill>
              </a:rPr>
              <a:t>This presentation was made with AI-supported spelling, grammar, and search tools.</a:t>
            </a:r>
          </a:p>
        </p:txBody>
      </p:sp>
    </p:spTree>
    <p:extLst>
      <p:ext uri="{BB962C8B-B14F-4D97-AF65-F5344CB8AC3E}">
        <p14:creationId xmlns:p14="http://schemas.microsoft.com/office/powerpoint/2010/main" val="2961118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CDEF7-9E24-1B50-BCA5-DF13DB19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6A4CB-5472-8C71-1CFC-DA8E883AC7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583" y="960512"/>
            <a:ext cx="8133633" cy="347432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AI technologies process data from the past to solve problems, create materials, and to make recommendations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Algorithms that make histories: artificial historians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Histories made by AI can shape our access to fair and accurate information, education, health, finance, and insurance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EBD87-B13D-8443-B2BE-FEDB746E2E4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CD053-66DE-A8D0-4933-BEC76AB42375}"/>
              </a:ext>
            </a:extLst>
          </p:cNvPr>
          <p:cNvSpPr txBox="1"/>
          <p:nvPr/>
        </p:nvSpPr>
        <p:spPr>
          <a:xfrm>
            <a:off x="557784" y="373406"/>
            <a:ext cx="75803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is an historical field</a:t>
            </a:r>
          </a:p>
        </p:txBody>
      </p:sp>
    </p:spTree>
    <p:extLst>
      <p:ext uri="{BB962C8B-B14F-4D97-AF65-F5344CB8AC3E}">
        <p14:creationId xmlns:p14="http://schemas.microsoft.com/office/powerpoint/2010/main" val="28362014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7693-3387-A672-00A5-D020133F8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Update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D19FC-4F35-8DEE-FB0F-0F8B2CAF81E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F3682-D89C-9267-64E1-68CC6B5014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769" y="794712"/>
            <a:ext cx="3135977" cy="18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D1D7F-D6F4-582B-F250-92B493E97C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8833" y="794712"/>
            <a:ext cx="2881615" cy="180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0E5D62-9122-387F-196F-BD85ABC587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2534" y="794712"/>
            <a:ext cx="2121607" cy="1800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05580B9-CBFE-F2B4-B3D4-6952CE36008F}"/>
              </a:ext>
            </a:extLst>
          </p:cNvPr>
          <p:cNvGrpSpPr/>
          <p:nvPr/>
        </p:nvGrpSpPr>
        <p:grpSpPr>
          <a:xfrm>
            <a:off x="1882961" y="2929559"/>
            <a:ext cx="5984510" cy="1800000"/>
            <a:chOff x="1882961" y="2929559"/>
            <a:chExt cx="5984510" cy="180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05441C6-6809-0399-457D-CEE2BD003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50455" y="2929559"/>
              <a:ext cx="3117016" cy="18000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DC02310-B54F-7D5F-ABF6-236EA5C46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82961" y="2929559"/>
              <a:ext cx="2689039" cy="18000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7F0A0C7-01A0-20E3-6A38-CC20037E26F5}"/>
              </a:ext>
            </a:extLst>
          </p:cNvPr>
          <p:cNvGrpSpPr/>
          <p:nvPr/>
        </p:nvGrpSpPr>
        <p:grpSpPr>
          <a:xfrm>
            <a:off x="2185711" y="1862136"/>
            <a:ext cx="5442557" cy="1800000"/>
            <a:chOff x="2185711" y="1862136"/>
            <a:chExt cx="5442557" cy="1800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CA62701-8794-027C-29AC-EF6B059F8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85711" y="1862136"/>
              <a:ext cx="2600526" cy="1800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8E5ED7C-553C-F7BA-FAF1-AFA12D03C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89658" y="1862136"/>
              <a:ext cx="2638610" cy="18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130619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15D1-FEAB-A139-0369-24B4C7A9E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419A-68B0-FEA6-5D8F-B2079AFC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Disinformation and History Wars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1F5AC-797A-45EA-9D4B-079276A64B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217" y="715134"/>
            <a:ext cx="7378668" cy="1141098"/>
          </a:xfrm>
        </p:spPr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Intent to cause harm and denying or limiting access to fair and accurate histories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EB0F5B-98C8-A859-9BFB-3C2190523EE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3B764D5-3DB0-A19B-F884-976EE5E2BE21}"/>
              </a:ext>
            </a:extLst>
          </p:cNvPr>
          <p:cNvGrpSpPr/>
          <p:nvPr/>
        </p:nvGrpSpPr>
        <p:grpSpPr>
          <a:xfrm>
            <a:off x="1768120" y="1006348"/>
            <a:ext cx="6534797" cy="4064000"/>
            <a:chOff x="1349114" y="539750"/>
            <a:chExt cx="6534797" cy="4064000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20256BCB-EC45-BECE-DD57-D13881110AA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49187127"/>
                </p:ext>
              </p:extLst>
            </p:nvPr>
          </p:nvGraphicFramePr>
          <p:xfrm>
            <a:off x="1349114" y="858644"/>
            <a:ext cx="6534797" cy="351485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8C9BCF7-85AA-BFC7-A272-0B7753E066A4}"/>
                </a:ext>
              </a:extLst>
            </p:cNvPr>
            <p:cNvGrpSpPr/>
            <p:nvPr/>
          </p:nvGrpSpPr>
          <p:grpSpPr>
            <a:xfrm>
              <a:off x="1524000" y="539750"/>
              <a:ext cx="6096000" cy="4064000"/>
              <a:chOff x="1524000" y="539750"/>
              <a:chExt cx="6096000" cy="4064000"/>
            </a:xfrm>
          </p:grpSpPr>
          <p:graphicFrame>
            <p:nvGraphicFramePr>
              <p:cNvPr id="16" name="Diagram 15">
                <a:extLst>
                  <a:ext uri="{FF2B5EF4-FFF2-40B4-BE49-F238E27FC236}">
                    <a16:creationId xmlns:a16="http://schemas.microsoft.com/office/drawing/2014/main" id="{6D8CED6A-6B6D-5C41-CC29-A6712432DA0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059437290"/>
                  </p:ext>
                </p:extLst>
              </p:nvPr>
            </p:nvGraphicFramePr>
            <p:xfrm>
              <a:off x="1524000" y="539750"/>
              <a:ext cx="6096000" cy="40640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09E5A5F1-423D-3473-00E4-AAFE00B591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877962" y="1502469"/>
                <a:ext cx="2880000" cy="817253"/>
                <a:chOff x="1859997" y="1781372"/>
                <a:chExt cx="6344204" cy="1800000"/>
              </a:xfrm>
            </p:grpSpPr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F9089D86-99C3-C44D-7646-9B41A58761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859997" y="1781372"/>
                  <a:ext cx="1156701" cy="1800000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6F24733A-831E-46EC-DDB6-EFBE892CEE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19974" y="1781372"/>
                  <a:ext cx="1206000" cy="1800000"/>
                </a:xfrm>
                <a:prstGeom prst="rect">
                  <a:avLst/>
                </a:prstGeom>
              </p:spPr>
            </p:pic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B3B907E1-CAFE-DAEE-6F1C-B001FE6CEE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429250" y="1781372"/>
                  <a:ext cx="1200000" cy="1800000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D13CAD1D-190F-19C0-F2C7-0E1CB9DF52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32526" y="1781372"/>
                  <a:ext cx="1200000" cy="1800000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A758EB7F-9C06-2930-F9B0-A7C9D34FCC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35801" y="1817772"/>
                  <a:ext cx="1168400" cy="1727200"/>
                </a:xfrm>
                <a:prstGeom prst="rect">
                  <a:avLst/>
                </a:prstGeom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13CCDCF-5DD5-4BEF-AD11-68FE74CD541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46987" y="3179800"/>
                <a:ext cx="2062524" cy="990000"/>
                <a:chOff x="2581605" y="3110344"/>
                <a:chExt cx="3750045" cy="1800000"/>
              </a:xfrm>
            </p:grpSpPr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85FF942E-85F4-5F53-0D65-C09E064A60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81605" y="3110344"/>
                  <a:ext cx="1184400" cy="1800000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219B5075-BCE5-2EA5-99F4-14B3CA3F1F9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856722" y="3110344"/>
                  <a:ext cx="1200000" cy="1800000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EB73749B-1BDF-DC1A-3D69-B29D00284E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47439" y="3110344"/>
                  <a:ext cx="1184211" cy="1800000"/>
                </a:xfrm>
                <a:prstGeom prst="rect">
                  <a:avLst/>
                </a:prstGeom>
              </p:spPr>
            </p:pic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1C83FF0-220C-6DB6-8D0A-4B2B11B437F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365955" y="1435830"/>
                <a:ext cx="1335912" cy="990000"/>
                <a:chOff x="5365955" y="1435830"/>
                <a:chExt cx="2428930" cy="1800000"/>
              </a:xfrm>
            </p:grpSpPr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C8091EB8-B469-40D5-8FA5-17179C9369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 cstate="print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65955" y="1435830"/>
                  <a:ext cx="1198800" cy="1800000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65C07327-288D-340C-695E-D06CA117A4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35563" y="1435830"/>
                  <a:ext cx="1159322" cy="1800000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31802372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CE842-0ABE-81E7-B5D2-48D0E1EA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Disinformation to Misinformation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7D2B2-CB89-4CB9-57D4-94EE24B4C5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F49C2CB-B473-145E-1E21-B4908B9628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5057219"/>
              </p:ext>
            </p:extLst>
          </p:nvPr>
        </p:nvGraphicFramePr>
        <p:xfrm>
          <a:off x="637604" y="653722"/>
          <a:ext cx="7089076" cy="40963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8816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136D-4D01-AB7C-6D41-7102CBFFC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81B7-9AA1-0BBF-CA93-FEB0A425A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Addressing Historical Misinformation Today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7C1001-88C0-0F55-2E95-2EA2F269A40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5A0ED-A11C-DDAF-A8A6-C4C231ABE333}"/>
              </a:ext>
            </a:extLst>
          </p:cNvPr>
          <p:cNvSpPr txBox="1"/>
          <p:nvPr/>
        </p:nvSpPr>
        <p:spPr>
          <a:xfrm>
            <a:off x="287910" y="666011"/>
            <a:ext cx="7960360" cy="110799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Addressing hybrid conflicts—</a:t>
            </a:r>
            <a:r>
              <a:rPr lang="en-AU" sz="1800" dirty="0"/>
              <a:t>varying combinations of terrorism, insurgency, criminality, kinetic clashes, cybersecurity and misinformation attacks—can be held back by applying principles from past conflicts.</a:t>
            </a:r>
          </a:p>
          <a:p>
            <a:pPr algn="r"/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-Lawrence Freeman, </a:t>
            </a:r>
            <a:r>
              <a:rPr lang="en-AU" sz="1200" i="1" dirty="0">
                <a:latin typeface="Arial" panose="020B0604020202020204" pitchFamily="34" charset="0"/>
                <a:cs typeface="Arial" panose="020B0604020202020204" pitchFamily="34" charset="0"/>
              </a:rPr>
              <a:t>The Future of War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 (2017), Penguin, 222–9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B936A-0F23-537D-9411-83D3FE1B59B0}"/>
              </a:ext>
            </a:extLst>
          </p:cNvPr>
          <p:cNvSpPr txBox="1"/>
          <p:nvPr/>
        </p:nvSpPr>
        <p:spPr>
          <a:xfrm>
            <a:off x="591820" y="1821662"/>
            <a:ext cx="7960359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You may rely 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early ‘knockout blows’ delivered through leading technologies;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Human oversight;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Applying nuclear control approaches without adaptation</a:t>
            </a:r>
          </a:p>
          <a:p>
            <a:pPr algn="r"/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-Lawrence Freeman, </a:t>
            </a:r>
            <a:r>
              <a:rPr lang="en-AU" sz="1200" i="1" dirty="0">
                <a:latin typeface="Arial" panose="020B0604020202020204" pitchFamily="34" charset="0"/>
                <a:cs typeface="Arial" panose="020B0604020202020204" pitchFamily="34" charset="0"/>
              </a:rPr>
              <a:t>The Future of War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 (2017), Penguin, 277-88:</a:t>
            </a:r>
          </a:p>
          <a:p>
            <a:pPr algn="r"/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-James Baker, </a:t>
            </a:r>
            <a:r>
              <a:rPr lang="en-AU" sz="1200" i="1" dirty="0">
                <a:latin typeface="Arial" panose="020B0604020202020204" pitchFamily="34" charset="0"/>
                <a:cs typeface="Arial" panose="020B0604020202020204" pitchFamily="34" charset="0"/>
              </a:rPr>
              <a:t>The Centaur’s Dilemma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 (2021), Brookings;</a:t>
            </a:r>
          </a:p>
          <a:p>
            <a:pPr algn="r"/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-Anthony King, </a:t>
            </a:r>
            <a:r>
              <a:rPr lang="en-AU" sz="1200" i="1" dirty="0">
                <a:latin typeface="Arial" panose="020B0604020202020204" pitchFamily="34" charset="0"/>
                <a:cs typeface="Arial" panose="020B0604020202020204" pitchFamily="34" charset="0"/>
              </a:rPr>
              <a:t>AI, Automation, and War</a:t>
            </a:r>
            <a:r>
              <a:rPr lang="en-AU" sz="1200" dirty="0">
                <a:latin typeface="Arial" panose="020B0604020202020204" pitchFamily="34" charset="0"/>
                <a:cs typeface="Arial" panose="020B0604020202020204" pitchFamily="34" charset="0"/>
              </a:rPr>
              <a:t> (2025), Princeton University Press.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510ED-7256-2EE9-E14D-78D59A4AFA17}"/>
              </a:ext>
            </a:extLst>
          </p:cNvPr>
          <p:cNvSpPr txBox="1"/>
          <p:nvPr/>
        </p:nvSpPr>
        <p:spPr>
          <a:xfrm>
            <a:off x="973708" y="3568375"/>
            <a:ext cx="7960359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800" dirty="0"/>
              <a:t>Single acts might not be effective where people or AI agents generate historical misinformation at speed, in high volumes, and at relatively low cost.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33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9A4C-62E3-2F17-D4EE-AFF6CC77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is Challenging for AI Safety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D1EC9-2162-D322-7260-4F0525FA99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8"/>
            <a:ext cx="6158611" cy="3612411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Historical prompts can be used to elicit or ‘jailbreak’ illegal, exploitative, hateful or harmful information</a:t>
            </a:r>
          </a:p>
          <a:p>
            <a:pPr indent="-324000" algn="r">
              <a:lnSpc>
                <a:spcPct val="100000"/>
              </a:lnSpc>
              <a:spcBef>
                <a:spcPts val="0"/>
              </a:spcBef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-Yu et al., (2024) ‘Don’t Listen to Me;’ </a:t>
            </a:r>
            <a:b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Russinovich et al., (2025) ‘Great, Now Write an Article about That.’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Universal safety parameters can lead to the prohibition of legitimate historical materials, or anachronistic results.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Test bank approaches conflate historical reasoning with ‘true/false’ questions about a small number of historical events, and sensitive or contested answers are excluded.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The expertise of historians has yet to be recognised in AI safety research and development.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693504-576E-5813-143E-B7051BEDCD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90BB01-5F78-0F05-1E58-4D39F4DE2B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3781" y="1526039"/>
            <a:ext cx="179429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064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C208-FF06-3C7F-2F68-ED68A189A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Potential Approaches to Algorithmic History Wars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7515E-F129-40A4-3F47-F5F61540FC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5925" y="868149"/>
            <a:ext cx="5930011" cy="32466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Autonomous algorithmic antitrust research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Interacting AI agents in financial trading can reduce market volatility but also enhance the concentration of investment in a smaller range of entities</a:t>
            </a:r>
          </a:p>
          <a:p>
            <a:pPr indent="-3429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Yang et al. (2025) ‘Research on the Impact of Algorithmic Trading on Market Volatility,’ 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Scientific Reports,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15(30073) 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1800" dirty="0">
                <a:latin typeface="Arial" panose="020B0604020202020204" pitchFamily="34" charset="0"/>
                <a:cs typeface="Arial" panose="020B0604020202020204" pitchFamily="34" charset="0"/>
              </a:rPr>
              <a:t>AI agents using the same pricing algorithms, or training data can lead to unfavourable price outcomes for consumers </a:t>
            </a:r>
          </a:p>
          <a:p>
            <a:pPr indent="-34290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Musolff (2026) ‘Algorithmic Pricing, Price Wars and Tacit Collusion,’ </a:t>
            </a:r>
            <a:r>
              <a:rPr lang="en-AU" i="1" dirty="0">
                <a:latin typeface="Arial" panose="020B0604020202020204" pitchFamily="34" charset="0"/>
                <a:cs typeface="Arial" panose="020B0604020202020204" pitchFamily="34" charset="0"/>
              </a:rPr>
              <a:t>Management Science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AU" u="sng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https://doi.org/10.1287/mnsc.2022.02462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Fish et al. (2026) ‘Algorithmic Collusion by Large Language Models,’ </a:t>
            </a:r>
            <a:r>
              <a:rPr lang="en-AU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arXiv:2404.00806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A6BA6-714A-0089-0F76-2BBCFFFF1E6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D0133E-A648-64FD-FC39-0E9E0077B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322" y="901402"/>
            <a:ext cx="2190819" cy="334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94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CF609-BE3A-E0E2-81B0-CC8AEDDBE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of Autonomous Algorithmic Antitrust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30170-C5A4-B976-7DCF-B0D8C662D8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The risk of price fixing and higher prices is reduced relative to the number of interacting agents, and when agents set prices at varying intervals.</a:t>
            </a:r>
          </a:p>
          <a:p>
            <a:pPr algn="r">
              <a:spcBef>
                <a:spcPts val="0"/>
              </a:spcBef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Keppo</a:t>
            </a: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 et al. (2026) ‘On the Fragility of AI Agent Collusion,’ arXiv:2603.20281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14714-4F4F-C473-AF8F-F313F872D8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DB77E7-B682-FA27-4231-4F39CE2E8E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5244" y="2316981"/>
            <a:ext cx="4628748" cy="219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9412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D52B6-537C-0D55-0619-2E034033C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04386-6138-B4DE-0803-89AC8ACD2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6" y="171520"/>
            <a:ext cx="8188287" cy="461665"/>
          </a:xfrm>
        </p:spPr>
        <p:txBody>
          <a:bodyPr/>
          <a:lstStyle/>
          <a:p>
            <a:r>
              <a:rPr lang="en-US" dirty="0"/>
              <a:t>Potential Approaches to Autonomous Algorithmic Misinformation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17E5-DBD4-5894-2C75-7B01BB03FC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6216" y="1068472"/>
            <a:ext cx="7104063" cy="1034648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Increasing the number of intersecting agents can increase the risk misinformation generation and dissemination.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AU" sz="2000" dirty="0">
                <a:latin typeface="Arial" panose="020B0604020202020204" pitchFamily="34" charset="0"/>
                <a:cs typeface="Arial" panose="020B0604020202020204" pitchFamily="34" charset="0"/>
              </a:rPr>
              <a:t>Agents adapt to banning and to debunking.</a:t>
            </a:r>
          </a:p>
          <a:p>
            <a:pPr algn="r">
              <a:spcBef>
                <a:spcPts val="0"/>
              </a:spcBef>
            </a:pPr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-Ren et al. (2025) ‘When Autonomy Goes Rogue,’ arXiv:2507.14660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26312-B025-01E3-ECDA-2B45C35856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1F1EE0-7AC0-7157-2020-48342996F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969" y="2291737"/>
            <a:ext cx="6770720" cy="226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783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7892-7C69-FFFE-8D56-DA8F4B763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16" y="171520"/>
            <a:ext cx="8215719" cy="461665"/>
          </a:xfrm>
        </p:spPr>
        <p:txBody>
          <a:bodyPr/>
          <a:lstStyle/>
          <a:p>
            <a:r>
              <a:rPr lang="en-US" dirty="0"/>
              <a:t>Algorithmic History Wars: A Potential Research 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6F0E5-2AEE-2520-F6A6-2E438B7CED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2297" y="1003136"/>
            <a:ext cx="6165322" cy="2317667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No Intentions: </a:t>
            </a:r>
            <a:r>
              <a:rPr lang="en-US" sz="2000" dirty="0">
                <a:latin typeface="+mj-lt"/>
              </a:rPr>
              <a:t>We might not have evidence of human intent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Multiplicity: </a:t>
            </a:r>
            <a:r>
              <a:rPr lang="en-US" sz="2000" dirty="0">
                <a:latin typeface="+mj-lt"/>
              </a:rPr>
              <a:t>focused training data, agent numbers and sales may compound, and provide avenues for misinformation</a:t>
            </a:r>
          </a:p>
          <a:p>
            <a:pPr marL="350838" lvl="1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Heterogeneity: </a:t>
            </a:r>
            <a:r>
              <a:rPr lang="en-US" sz="2000" dirty="0">
                <a:latin typeface="+mj-lt"/>
              </a:rPr>
              <a:t>Variations in agent activity rates, historical topics, languages may be important.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446815-AB60-70FD-A95F-66617C0DBCF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15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6630E1-DEA2-1031-FE00-FA58A57587BF}"/>
              </a:ext>
            </a:extLst>
          </p:cNvPr>
          <p:cNvGrpSpPr/>
          <p:nvPr/>
        </p:nvGrpSpPr>
        <p:grpSpPr>
          <a:xfrm>
            <a:off x="1668780" y="843149"/>
            <a:ext cx="7419311" cy="4194998"/>
            <a:chOff x="1668780" y="843149"/>
            <a:chExt cx="7419311" cy="419499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B54BE0C-53C5-E706-1CB3-4A1257451264}"/>
                </a:ext>
              </a:extLst>
            </p:cNvPr>
            <p:cNvSpPr txBox="1"/>
            <p:nvPr/>
          </p:nvSpPr>
          <p:spPr>
            <a:xfrm>
              <a:off x="6374118" y="2510733"/>
              <a:ext cx="271397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Si, et al. (2025) ‘Detecting Implicit Biases of Large Language Models with Bayesian Hypothesis Testing,’ </a:t>
              </a:r>
              <a:r>
                <a:rPr lang="en-AU" sz="1000" i="1" dirty="0"/>
                <a:t>Scientific Reports</a:t>
              </a:r>
              <a:r>
                <a:rPr lang="en-AU" sz="1000" dirty="0"/>
                <a:t> 15(12415).</a:t>
              </a:r>
              <a:endParaRPr lang="en-US" sz="1000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28D619E-5F85-BAD1-19F9-BB0F157C7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617619" y="843149"/>
              <a:ext cx="1858586" cy="1620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200D374-3B54-3EEE-7578-A2887FF03D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617619" y="3218619"/>
              <a:ext cx="1880593" cy="1620000"/>
              <a:chOff x="6721623" y="1539700"/>
              <a:chExt cx="2330023" cy="2007153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F955E9-E619-0ED5-0DC9-2BCBD52A4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721623" y="1539700"/>
                <a:ext cx="2277647" cy="1440000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534511-CE03-108D-280B-9EB80B11B759}"/>
                  </a:ext>
                </a:extLst>
              </p:cNvPr>
              <p:cNvSpPr txBox="1"/>
              <p:nvPr/>
            </p:nvSpPr>
            <p:spPr>
              <a:xfrm>
                <a:off x="6721623" y="2992855"/>
                <a:ext cx="233002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sz="1000" dirty="0"/>
                  <a:t>Chakrabarty et al. (2026) ‘Generative AI Floods and Dilutes the Market for Books, </a:t>
                </a:r>
                <a:r>
                  <a:rPr lang="en-AU" sz="1000" u="sng" dirty="0">
                    <a:hlinkClick r:id="rId4"/>
                  </a:rPr>
                  <a:t>arxiv.org/abs/2607.20349</a:t>
                </a:r>
                <a:r>
                  <a:rPr lang="en-AU" sz="1000" dirty="0"/>
                  <a:t> </a:t>
                </a:r>
                <a:endParaRPr lang="en-US" sz="1000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D429439-D7FF-DAF4-2861-50E46C2F0D4D}"/>
                </a:ext>
              </a:extLst>
            </p:cNvPr>
            <p:cNvGrpSpPr/>
            <p:nvPr/>
          </p:nvGrpSpPr>
          <p:grpSpPr>
            <a:xfrm>
              <a:off x="1668780" y="3497579"/>
              <a:ext cx="4705339" cy="1540568"/>
              <a:chOff x="306489" y="1579348"/>
              <a:chExt cx="8985867" cy="4219870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01DB67-C332-27EA-42B7-58D73722A727}"/>
                  </a:ext>
                </a:extLst>
              </p:cNvPr>
              <p:cNvSpPr txBox="1"/>
              <p:nvPr/>
            </p:nvSpPr>
            <p:spPr>
              <a:xfrm>
                <a:off x="3275108" y="4281726"/>
                <a:ext cx="6017248" cy="15174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Buongiorno et al. (2026) ‘Multi-Scale Computational Analysis of Wikipedia’s Telling of Global History,’ </a:t>
                </a:r>
                <a:r>
                  <a:rPr lang="en-AU" sz="1000" dirty="0">
                    <a:latin typeface="Arial" panose="020B0604020202020204" pitchFamily="34" charset="0"/>
                    <a:cs typeface="Arial" panose="020B0604020202020204" pitchFamily="34" charset="0"/>
                    <a:hlinkClick r:id="rId5"/>
                  </a:rPr>
                  <a:t>https://doi.org/10.21203/rs.3.rs-8042139/v1</a:t>
                </a:r>
                <a:r>
                  <a:rPr lang="en-AU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0B3C80CF-4D61-A975-6CDD-59E898CFD0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06489" y="1579348"/>
                <a:ext cx="8414253" cy="267765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7313320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0C01-3CBE-4C27-5D88-C968AB57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87907C-DBB0-74AF-259A-B810B763837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fld id="{C3F62AED-D9F3-3244-98A0-8AC49C77FEC7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35820-A636-4ECF-1A96-8AE080F5FE71}"/>
              </a:ext>
            </a:extLst>
          </p:cNvPr>
          <p:cNvSpPr txBox="1"/>
          <p:nvPr/>
        </p:nvSpPr>
        <p:spPr>
          <a:xfrm>
            <a:off x="295016" y="350546"/>
            <a:ext cx="85060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Historiographical Multiplicity and Heterogeneity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F0BAFD-A4AA-7091-3E37-AAE543B7B7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869" y="1427764"/>
            <a:ext cx="7584001" cy="2904206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Historians working at different scales, different languages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Historiographers/theorists of history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Digital and AI historians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Historical approaches in cybersecurity, information, and warfare studies</a:t>
            </a:r>
          </a:p>
        </p:txBody>
      </p:sp>
    </p:spTree>
    <p:extLst>
      <p:ext uri="{BB962C8B-B14F-4D97-AF65-F5344CB8AC3E}">
        <p14:creationId xmlns:p14="http://schemas.microsoft.com/office/powerpoint/2010/main" val="99620548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EC9E-0FCF-13A8-ED4D-427664D6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451" y="2464355"/>
            <a:ext cx="1782379" cy="693096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Thanks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435B49-03B6-641D-BF51-A3D8F21DF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09DD9-5F1F-6B41-8146-3E53638230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35262" y="1563076"/>
            <a:ext cx="1390608" cy="208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9739D2-0CF2-CA49-FB26-4983E2371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303" y="1563076"/>
            <a:ext cx="1423636" cy="2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1451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PLENARY  ·  FRIDAY, OCTOBER 16  ·  9:30 AM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772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i="0">
                <a:solidFill>
                  <a:srgbClr val="FFFFFF"/>
                </a:solidFill>
                <a:latin typeface="Georgia"/>
              </a:rPr>
              <a:t>The Discipline We Need to Build</a:t>
            </a:r>
          </a:p>
        </p:txBody>
      </p:sp>
      <p:pic>
        <p:nvPicPr>
          <p:cNvPr id="11" name="Picture 10" descr="phillip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417320"/>
            <a:ext cx="1645920" cy="164592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777240" y="1417320"/>
            <a:ext cx="1645920" cy="164592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Georgia"/>
              </a:rPr>
              <a:t>Christopher Phillips</a:t>
            </a:r>
          </a:p>
          <a:p>
            <a:pPr algn="ctr">
              <a:spcAft>
                <a:spcPts val="0"/>
              </a:spcAft>
            </a:pPr>
            <a:r>
              <a:rPr sz="1400" i="0">
                <a:solidFill>
                  <a:srgbClr val="D9D9D9"/>
                </a:solidFill>
                <a:latin typeface="Calibri"/>
              </a:rPr>
              <a:t>Carnegie Mellon University</a:t>
            </a:r>
          </a:p>
        </p:txBody>
      </p:sp>
      <p:pic>
        <p:nvPicPr>
          <p:cNvPr id="14" name="Picture 13" descr="connell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39" y="1417320"/>
            <a:ext cx="1645920" cy="164592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3749039" y="1417320"/>
            <a:ext cx="1645920" cy="164592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0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Georgia"/>
              </a:rPr>
              <a:t>Matthew Connelly</a:t>
            </a:r>
          </a:p>
          <a:p>
            <a:pPr algn="ctr">
              <a:spcAft>
                <a:spcPts val="0"/>
              </a:spcAft>
            </a:pPr>
            <a:r>
              <a:rPr sz="1400" i="0">
                <a:solidFill>
                  <a:srgbClr val="D9D9D9"/>
                </a:solidFill>
                <a:latin typeface="Calibri"/>
              </a:rPr>
              <a:t>Columbia University</a:t>
            </a:r>
          </a:p>
        </p:txBody>
      </p:sp>
      <p:pic>
        <p:nvPicPr>
          <p:cNvPr id="17" name="Picture 16" descr="guld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1417320"/>
            <a:ext cx="1645920" cy="164592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720840" y="1417320"/>
            <a:ext cx="1645920" cy="164592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320040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000" i="0">
                <a:solidFill>
                  <a:srgbClr val="FFFFFF"/>
                </a:solidFill>
                <a:latin typeface="Georgia"/>
              </a:rPr>
              <a:t>Jo Guldi</a:t>
            </a:r>
          </a:p>
          <a:p>
            <a:pPr algn="ctr">
              <a:spcAft>
                <a:spcPts val="0"/>
              </a:spcAft>
            </a:pPr>
            <a:r>
              <a:rPr sz="1400" i="0">
                <a:solidFill>
                  <a:srgbClr val="D9D9D9"/>
                </a:solidFill>
                <a:latin typeface="Calibri"/>
              </a:rPr>
              <a:t>Emory University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CLOSING REMARKS &amp; NEXT STEPS  ·  FRIDAY, OCTOBER 16  ·  3:00 PM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pic>
        <p:nvPicPr>
          <p:cNvPr id="10" name="Picture 9" descr="lo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23774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1520" y="1097280"/>
            <a:ext cx="2377440" cy="237744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i="0">
                <a:solidFill>
                  <a:srgbClr val="FFFFFF"/>
                </a:solidFill>
                <a:latin typeface="Georgia"/>
              </a:rPr>
              <a:t>Louis Hyman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Dorothy Ross Professor of History, Johns Hopkins University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Director, Center for Economy and Society, SNF Agora Institute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i="0" spc="250">
                <a:solidFill>
                  <a:srgbClr val="C9A227"/>
                </a:solidFill>
                <a:latin typeface="Calibri"/>
              </a:rPr>
              <a:t>ANNUAL MARGARET LEVI LECTURE IN POLITICAL ECONOMY  ·  FRIDAY, OCTOBER 16  ·  4:00 PM</a:t>
            </a:r>
          </a:p>
        </p:txBody>
      </p:sp>
      <p:pic>
        <p:nvPicPr>
          <p:cNvPr id="3" name="Picture 2" descr="jh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34" y="3977639"/>
            <a:ext cx="808664" cy="3840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175007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759" y="3977639"/>
            <a:ext cx="867017" cy="38404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636384" y="3977639"/>
            <a:ext cx="0" cy="384049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136" y="3849624"/>
            <a:ext cx="2132128" cy="64008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548640" y="4572000"/>
            <a:ext cx="8046720" cy="0"/>
          </a:xfrm>
          <a:prstGeom prst="line">
            <a:avLst/>
          </a:prstGeom>
          <a:ln w="9525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i="0" spc="40">
                <a:solidFill>
                  <a:srgbClr val="9AA3B5"/>
                </a:solidFill>
                <a:latin typeface="Calibri"/>
              </a:rPr>
              <a:t>AI and History Conference 2026 · Johns Hopkins University · SNF Agora Institute</a:t>
            </a:r>
          </a:p>
        </p:txBody>
      </p:sp>
      <p:pic>
        <p:nvPicPr>
          <p:cNvPr id="10" name="Picture 9" descr="oreil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097280"/>
            <a:ext cx="23774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31520" y="1097280"/>
            <a:ext cx="2377440" cy="2377440"/>
          </a:xfrm>
          <a:prstGeom prst="ellipse">
            <a:avLst/>
          </a:prstGeom>
          <a:noFill/>
          <a:ln w="508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0" y="868680"/>
            <a:ext cx="5120640" cy="2834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i="0">
                <a:solidFill>
                  <a:srgbClr val="FFFFFF"/>
                </a:solidFill>
                <a:latin typeface="Georgia"/>
              </a:rPr>
              <a:t>Tim O'Reilly</a:t>
            </a:r>
          </a:p>
          <a:p>
            <a:pPr algn="l">
              <a:spcAft>
                <a:spcPts val="2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Founder and CEO</a:t>
            </a:r>
          </a:p>
          <a:p>
            <a:pPr algn="l">
              <a:spcAft>
                <a:spcPts val="1400"/>
              </a:spcAft>
            </a:pPr>
            <a:r>
              <a:rPr sz="1600" i="0">
                <a:solidFill>
                  <a:srgbClr val="D9D9D9"/>
                </a:solidFill>
                <a:latin typeface="Calibri"/>
              </a:rPr>
              <a:t>O'Reilly Media</a:t>
            </a:r>
          </a:p>
          <a:p>
            <a:pPr algn="l">
              <a:spcAft>
                <a:spcPts val="0"/>
              </a:spcAft>
            </a:pPr>
            <a:r>
              <a:rPr sz="2000" i="1">
                <a:solidFill>
                  <a:srgbClr val="FFFFFF"/>
                </a:solidFill>
                <a:latin typeface="Georgia"/>
              </a:rPr>
              <a:t>From Value Creation to Value Extraction in Silicon Valley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U Content Slides – Dark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QSA Presentation_ Aug 2025_DRAFT" id="{E4923706-6AD6-4F03-ABF7-5AC3248F553B}" vid="{34095CE8-08CF-4622-8C67-9296B2748310}"/>
    </a:ext>
  </a:extLst>
</a:theme>
</file>

<file path=ppt/theme/theme2.xml><?xml version="1.0" encoding="utf-8"?>
<a:theme xmlns:a="http://schemas.openxmlformats.org/drawingml/2006/main" name="AU Cover Slides - Light">
  <a:themeElements>
    <a:clrScheme name="AU Working v2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3B67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QSA Presentation_ Aug 2025_DRAFT" id="{E4923706-6AD6-4F03-ABF7-5AC3248F553B}" vid="{4A0AAA20-96B1-4127-A303-61F1610C888E}"/>
    </a:ext>
  </a:extLst>
</a:theme>
</file>

<file path=ppt/theme/theme3.xml><?xml version="1.0" encoding="utf-8"?>
<a:theme xmlns:a="http://schemas.openxmlformats.org/drawingml/2006/main" name="Cover Slides - Dark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36BFF"/>
      </a:accent1>
      <a:accent2>
        <a:srgbClr val="3B67FF"/>
      </a:accent2>
      <a:accent3>
        <a:srgbClr val="9883FF"/>
      </a:accent3>
      <a:accent4>
        <a:srgbClr val="C1B5FF"/>
      </a:accent4>
      <a:accent5>
        <a:srgbClr val="8AA3FF"/>
      </a:accent5>
      <a:accent6>
        <a:srgbClr val="D0DAFF"/>
      </a:accent6>
      <a:hlink>
        <a:srgbClr val="113CD5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QSA Presentation_ Aug 2025_DRAFT" id="{E4923706-6AD6-4F03-ABF7-5AC3248F553B}" vid="{50DF6656-DC5D-4D72-8BE6-1FE36F12BFF4}"/>
    </a:ext>
  </a:extLst>
</a:theme>
</file>

<file path=ppt/theme/theme4.xml><?xml version="1.0" encoding="utf-8"?>
<a:theme xmlns:a="http://schemas.openxmlformats.org/drawingml/2006/main" name="1_AU Content Slides – Light">
  <a:themeElements>
    <a:clrScheme name="AU Working">
      <a:dk1>
        <a:srgbClr val="140F50"/>
      </a:dk1>
      <a:lt1>
        <a:srgbClr val="FFFFFF"/>
      </a:lt1>
      <a:dk2>
        <a:srgbClr val="1448FF"/>
      </a:dk2>
      <a:lt2>
        <a:srgbClr val="F8EFE0"/>
      </a:lt2>
      <a:accent1>
        <a:srgbClr val="836BFF"/>
      </a:accent1>
      <a:accent2>
        <a:srgbClr val="3B67FF"/>
      </a:accent2>
      <a:accent3>
        <a:srgbClr val="284150"/>
      </a:accent3>
      <a:accent4>
        <a:srgbClr val="000000"/>
      </a:accent4>
      <a:accent5>
        <a:srgbClr val="DAEDEF"/>
      </a:accent5>
      <a:accent6>
        <a:srgbClr val="FFFFFF"/>
      </a:accent6>
      <a:hlink>
        <a:srgbClr val="7FC7DF"/>
      </a:hlink>
      <a:folHlink>
        <a:srgbClr val="D8C28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5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QSA Presentation_ Aug 2025_DRAFT" id="{E4923706-6AD6-4F03-ABF7-5AC3248F553B}" vid="{882096CE-FA99-412E-8446-7AEFB3DB4644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1686E94237E4449EFFDD01790A610C" ma:contentTypeVersion="11" ma:contentTypeDescription="Create a new document." ma:contentTypeScope="" ma:versionID="8fd67856aa02662701d40475c6558ad6">
  <xsd:schema xmlns:xsd="http://www.w3.org/2001/XMLSchema" xmlns:xs="http://www.w3.org/2001/XMLSchema" xmlns:p="http://schemas.microsoft.com/office/2006/metadata/properties" xmlns:ns2="e32872a1-9870-464d-8e01-8f102a2c36f9" xmlns:ns3="33ea3e5b-877c-4450-ab4c-5a4d759d7db2" targetNamespace="http://schemas.microsoft.com/office/2006/metadata/properties" ma:root="true" ma:fieldsID="ca4503babdc18dcb74f2d317f1a7779c" ns2:_="" ns3:_="">
    <xsd:import namespace="e32872a1-9870-464d-8e01-8f102a2c36f9"/>
    <xsd:import namespace="33ea3e5b-877c-4450-ab4c-5a4d759d7d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872a1-9870-464d-8e01-8f102a2c36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07c634a6-047e-483d-88d5-be468d6f43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ea3e5b-877c-4450-ab4c-5a4d759d7db2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1274b3b7-bdfd-4ac7-83e9-455a59cd1644}" ma:internalName="TaxCatchAll" ma:showField="CatchAllData" ma:web="33ea3e5b-877c-4450-ab4c-5a4d759d7d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ea3e5b-877c-4450-ab4c-5a4d759d7db2" xsi:nil="true"/>
    <lcf76f155ced4ddcb4097134ff3c332f xmlns="e32872a1-9870-464d-8e01-8f102a2c36f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0011804-D555-4DB4-9A94-73C332BD3E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086C9-8A92-4CC0-AB3C-EFCD42EFF77C}">
  <ds:schemaRefs>
    <ds:schemaRef ds:uri="33ea3e5b-877c-4450-ab4c-5a4d759d7db2"/>
    <ds:schemaRef ds:uri="e32872a1-9870-464d-8e01-8f102a2c36f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87E2344-784A-409B-85B7-EAA575FD6CAC}">
  <ds:schemaRefs>
    <ds:schemaRef ds:uri="http://www.w3.org/XML/1998/namespace"/>
    <ds:schemaRef ds:uri="33ea3e5b-877c-4450-ab4c-5a4d759d7db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32872a1-9870-464d-8e01-8f102a2c36f9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TEQSA Presentation_ Aug 2025_DRAFT</Template>
  <TotalTime>27038</TotalTime>
  <Words>1091</Words>
  <Application>Microsoft Macintosh PowerPoint</Application>
  <PresentationFormat>On-screen Show (16:9)</PresentationFormat>
  <Paragraphs>110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Calibri</vt:lpstr>
      <vt:lpstr>Franklin Gothic Demi Cond</vt:lpstr>
      <vt:lpstr>Franklin Gothic Medium Cond</vt:lpstr>
      <vt:lpstr>Georgia</vt:lpstr>
      <vt:lpstr>National 2 Condensed</vt:lpstr>
      <vt:lpstr>Roboto Serif 20pt</vt:lpstr>
      <vt:lpstr>AU Content Slides – Dark</vt:lpstr>
      <vt:lpstr>AU Cover Slides - Light</vt:lpstr>
      <vt:lpstr>Cover Slides - Dark</vt:lpstr>
      <vt:lpstr>1_AU Content Slides – Light</vt:lpstr>
      <vt:lpstr>thinkcell Slide</vt:lpstr>
      <vt:lpstr>PowerPoint Presentation</vt:lpstr>
      <vt:lpstr>PowerPoint Presentation</vt:lpstr>
      <vt:lpstr>PowerPoint Presentation</vt:lpstr>
      <vt:lpstr>PowerPoint Presentation</vt:lpstr>
      <vt:lpstr>Algorithmic History Wars</vt:lpstr>
      <vt:lpstr>PowerPoint Presentation</vt:lpstr>
      <vt:lpstr>Regular Update</vt:lpstr>
      <vt:lpstr>Disinformation and History Wars</vt:lpstr>
      <vt:lpstr>From Disinformation to Misinformation</vt:lpstr>
      <vt:lpstr>Addressing Historical Misinformation Today</vt:lpstr>
      <vt:lpstr>History is Challenging for AI Safety</vt:lpstr>
      <vt:lpstr>Potential Approaches to Algorithmic History Wars</vt:lpstr>
      <vt:lpstr>Mitigation of Autonomous Algorithmic Antitrust</vt:lpstr>
      <vt:lpstr>Potential Approaches to Autonomous Algorithmic Misinformation</vt:lpstr>
      <vt:lpstr>Algorithmic History Wars: A Potential Research Agenda</vt:lpstr>
      <vt:lpstr>PowerPoint Presentation</vt:lpstr>
      <vt:lpstr>Thanks</vt:lpstr>
      <vt:lpstr>PowerPoint Presentation</vt:lpstr>
      <vt:lpstr>PowerPoint Presentation</vt:lpstr>
      <vt:lpstr>PowerPoint Presentation</vt:lpstr>
    </vt:vector>
  </TitlesOfParts>
  <Company>The University of Adelaide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 Irving</dc:creator>
  <cp:lastModifiedBy>Louis Hyman</cp:lastModifiedBy>
  <cp:revision>41</cp:revision>
  <cp:lastPrinted>2011-11-18T03:36:14Z</cp:lastPrinted>
  <dcterms:created xsi:type="dcterms:W3CDTF">2025-08-14T07:34:44Z</dcterms:created>
  <dcterms:modified xsi:type="dcterms:W3CDTF">2026-10-14T19:15:43Z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0x010100AC1686E94237E4449EFFDD01790A610C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2023-12-11T23:57:33Z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9d960d3e-eac6-4a65-b196-bc93f9e23fbe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  <property fmtid="{D5CDD505-2E9C-101B-9397-08002B2CF9AE}" pid="11" name="_ExtendedDescription">
    <vt:lpwstr/>
  </property>
</Properties>
</file>